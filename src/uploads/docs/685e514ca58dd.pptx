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85" r:id="rId3"/>
    <p:sldId id="315" r:id="rId4"/>
    <p:sldId id="344" r:id="rId5"/>
    <p:sldId id="325" r:id="rId6"/>
    <p:sldId id="337" r:id="rId7"/>
    <p:sldId id="326" r:id="rId8"/>
    <p:sldId id="287" r:id="rId9"/>
    <p:sldId id="338" r:id="rId10"/>
    <p:sldId id="324" r:id="rId11"/>
    <p:sldId id="336" r:id="rId12"/>
    <p:sldId id="345" r:id="rId13"/>
    <p:sldId id="343" r:id="rId14"/>
    <p:sldId id="311" r:id="rId15"/>
    <p:sldId id="323" r:id="rId16"/>
    <p:sldId id="333" r:id="rId17"/>
    <p:sldId id="335" r:id="rId18"/>
    <p:sldId id="327" r:id="rId19"/>
    <p:sldId id="329" r:id="rId20"/>
    <p:sldId id="339" r:id="rId21"/>
    <p:sldId id="340" r:id="rId22"/>
    <p:sldId id="341" r:id="rId23"/>
    <p:sldId id="331" r:id="rId24"/>
    <p:sldId id="342" r:id="rId25"/>
    <p:sldId id="312" r:id="rId26"/>
    <p:sldId id="346" r:id="rId27"/>
    <p:sldId id="31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216" y="90"/>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_rels/data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ata4.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_rels/data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ata6.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_rels/drawing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rawing6.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F1687DA-5176-47CE-A79C-FC6FAA4B7DF9}"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5AF23831-079B-45B8-AB1A-F4CFF9FEAA0A}">
      <dgm:prSet/>
      <dgm:spPr/>
      <dgm:t>
        <a:bodyPr/>
        <a:lstStyle/>
        <a:p>
          <a:r>
            <a:rPr lang="en-SG" dirty="0"/>
            <a:t>Search is ubiquitous and has become part of our digital life! </a:t>
          </a:r>
          <a:endParaRPr lang="en-US" dirty="0"/>
        </a:p>
      </dgm:t>
    </dgm:pt>
    <dgm:pt modelId="{066BCA7C-26F7-46D4-9C7A-CCD3E27BF3FC}" type="parTrans" cxnId="{642190AF-3173-4D68-B43A-D97148FADEC2}">
      <dgm:prSet/>
      <dgm:spPr/>
      <dgm:t>
        <a:bodyPr/>
        <a:lstStyle/>
        <a:p>
          <a:endParaRPr lang="en-US"/>
        </a:p>
      </dgm:t>
    </dgm:pt>
    <dgm:pt modelId="{56C6B8BE-934F-4F4B-8E87-1F34EEC7F2A1}" type="sibTrans" cxnId="{642190AF-3173-4D68-B43A-D97148FADEC2}">
      <dgm:prSet/>
      <dgm:spPr/>
      <dgm:t>
        <a:bodyPr/>
        <a:lstStyle/>
        <a:p>
          <a:endParaRPr lang="en-US"/>
        </a:p>
      </dgm:t>
    </dgm:pt>
    <dgm:pt modelId="{D2C375D5-D926-4B33-A6E7-9D114DD3E049}">
      <dgm:prSet/>
      <dgm:spPr/>
      <dgm:t>
        <a:bodyPr/>
        <a:lstStyle/>
        <a:p>
          <a:r>
            <a:rPr lang="en-SG"/>
            <a:t>Open an e-commerce web site, and the search box appears right at the center or top of the page. </a:t>
          </a:r>
          <a:endParaRPr lang="en-US"/>
        </a:p>
      </dgm:t>
    </dgm:pt>
    <dgm:pt modelId="{4F346C43-66CE-4DA3-A1F0-26C46E7873ED}" type="parTrans" cxnId="{1F92F254-F125-462A-939B-2813194599BD}">
      <dgm:prSet/>
      <dgm:spPr/>
      <dgm:t>
        <a:bodyPr/>
        <a:lstStyle/>
        <a:p>
          <a:endParaRPr lang="en-US"/>
        </a:p>
      </dgm:t>
    </dgm:pt>
    <dgm:pt modelId="{AE8E3D01-DBF8-44C2-B947-A422D0D9DFFC}" type="sibTrans" cxnId="{1F92F254-F125-462A-939B-2813194599BD}">
      <dgm:prSet/>
      <dgm:spPr/>
      <dgm:t>
        <a:bodyPr/>
        <a:lstStyle/>
        <a:p>
          <a:endParaRPr lang="en-US"/>
        </a:p>
      </dgm:t>
    </dgm:pt>
    <dgm:pt modelId="{D3D40A5E-F87E-4BDA-90E0-40BADDACBA05}">
      <dgm:prSet/>
      <dgm:spPr/>
      <dgm:t>
        <a:bodyPr/>
        <a:lstStyle/>
        <a:p>
          <a:r>
            <a:rPr lang="en-SG"/>
            <a:t>Basically, every portal that has data to expose needs a search engine. </a:t>
          </a:r>
          <a:endParaRPr lang="en-US"/>
        </a:p>
      </dgm:t>
    </dgm:pt>
    <dgm:pt modelId="{BEE2DE1B-2E90-424A-92AD-DEB0514C7271}" type="parTrans" cxnId="{C2F64FD0-D115-4C9B-B77D-A71BE5D4119F}">
      <dgm:prSet/>
      <dgm:spPr/>
      <dgm:t>
        <a:bodyPr/>
        <a:lstStyle/>
        <a:p>
          <a:endParaRPr lang="en-US"/>
        </a:p>
      </dgm:t>
    </dgm:pt>
    <dgm:pt modelId="{4F566821-9354-4F2C-81CF-083EB2B7B731}" type="sibTrans" cxnId="{C2F64FD0-D115-4C9B-B77D-A71BE5D4119F}">
      <dgm:prSet/>
      <dgm:spPr/>
      <dgm:t>
        <a:bodyPr/>
        <a:lstStyle/>
        <a:p>
          <a:endParaRPr lang="en-US"/>
        </a:p>
      </dgm:t>
    </dgm:pt>
    <dgm:pt modelId="{A9DDDC91-6DD3-4E5D-8D2C-F4B1CB071A2A}" type="pres">
      <dgm:prSet presAssocID="{8F1687DA-5176-47CE-A79C-FC6FAA4B7DF9}" presName="linear" presStyleCnt="0">
        <dgm:presLayoutVars>
          <dgm:animLvl val="lvl"/>
          <dgm:resizeHandles val="exact"/>
        </dgm:presLayoutVars>
      </dgm:prSet>
      <dgm:spPr/>
    </dgm:pt>
    <dgm:pt modelId="{846DD038-AAAF-4B43-ADA6-1E6DE4F29D90}" type="pres">
      <dgm:prSet presAssocID="{5AF23831-079B-45B8-AB1A-F4CFF9FEAA0A}" presName="parentText" presStyleLbl="node1" presStyleIdx="0" presStyleCnt="3">
        <dgm:presLayoutVars>
          <dgm:chMax val="0"/>
          <dgm:bulletEnabled val="1"/>
        </dgm:presLayoutVars>
      </dgm:prSet>
      <dgm:spPr/>
    </dgm:pt>
    <dgm:pt modelId="{D052C6FF-DC4C-467F-899D-6789713B8605}" type="pres">
      <dgm:prSet presAssocID="{56C6B8BE-934F-4F4B-8E87-1F34EEC7F2A1}" presName="spacer" presStyleCnt="0"/>
      <dgm:spPr/>
    </dgm:pt>
    <dgm:pt modelId="{E7770431-3644-4206-95BC-D1CE0BB3366F}" type="pres">
      <dgm:prSet presAssocID="{D2C375D5-D926-4B33-A6E7-9D114DD3E049}" presName="parentText" presStyleLbl="node1" presStyleIdx="1" presStyleCnt="3">
        <dgm:presLayoutVars>
          <dgm:chMax val="0"/>
          <dgm:bulletEnabled val="1"/>
        </dgm:presLayoutVars>
      </dgm:prSet>
      <dgm:spPr/>
    </dgm:pt>
    <dgm:pt modelId="{1ED8655C-DB4F-4FBB-8398-CDFCBCBB9FDC}" type="pres">
      <dgm:prSet presAssocID="{AE8E3D01-DBF8-44C2-B947-A422D0D9DFFC}" presName="spacer" presStyleCnt="0"/>
      <dgm:spPr/>
    </dgm:pt>
    <dgm:pt modelId="{427CD007-6CF7-4F04-868B-86D04E888D55}" type="pres">
      <dgm:prSet presAssocID="{D3D40A5E-F87E-4BDA-90E0-40BADDACBA05}" presName="parentText" presStyleLbl="node1" presStyleIdx="2" presStyleCnt="3">
        <dgm:presLayoutVars>
          <dgm:chMax val="0"/>
          <dgm:bulletEnabled val="1"/>
        </dgm:presLayoutVars>
      </dgm:prSet>
      <dgm:spPr/>
    </dgm:pt>
  </dgm:ptLst>
  <dgm:cxnLst>
    <dgm:cxn modelId="{375D6A25-D1D7-469F-9D0F-14181CAEF56D}" type="presOf" srcId="{D2C375D5-D926-4B33-A6E7-9D114DD3E049}" destId="{E7770431-3644-4206-95BC-D1CE0BB3366F}" srcOrd="0" destOrd="0" presId="urn:microsoft.com/office/officeart/2005/8/layout/vList2"/>
    <dgm:cxn modelId="{BB97C86C-C765-4D4B-AD8B-78FB612FCE29}" type="presOf" srcId="{5AF23831-079B-45B8-AB1A-F4CFF9FEAA0A}" destId="{846DD038-AAAF-4B43-ADA6-1E6DE4F29D90}" srcOrd="0" destOrd="0" presId="urn:microsoft.com/office/officeart/2005/8/layout/vList2"/>
    <dgm:cxn modelId="{4E293F6E-1491-4E14-AEE6-FFEFF34FA248}" type="presOf" srcId="{D3D40A5E-F87E-4BDA-90E0-40BADDACBA05}" destId="{427CD007-6CF7-4F04-868B-86D04E888D55}" srcOrd="0" destOrd="0" presId="urn:microsoft.com/office/officeart/2005/8/layout/vList2"/>
    <dgm:cxn modelId="{1F92F254-F125-462A-939B-2813194599BD}" srcId="{8F1687DA-5176-47CE-A79C-FC6FAA4B7DF9}" destId="{D2C375D5-D926-4B33-A6E7-9D114DD3E049}" srcOrd="1" destOrd="0" parTransId="{4F346C43-66CE-4DA3-A1F0-26C46E7873ED}" sibTransId="{AE8E3D01-DBF8-44C2-B947-A422D0D9DFFC}"/>
    <dgm:cxn modelId="{642190AF-3173-4D68-B43A-D97148FADEC2}" srcId="{8F1687DA-5176-47CE-A79C-FC6FAA4B7DF9}" destId="{5AF23831-079B-45B8-AB1A-F4CFF9FEAA0A}" srcOrd="0" destOrd="0" parTransId="{066BCA7C-26F7-46D4-9C7A-CCD3E27BF3FC}" sibTransId="{56C6B8BE-934F-4F4B-8E87-1F34EEC7F2A1}"/>
    <dgm:cxn modelId="{C2F64FD0-D115-4C9B-B77D-A71BE5D4119F}" srcId="{8F1687DA-5176-47CE-A79C-FC6FAA4B7DF9}" destId="{D3D40A5E-F87E-4BDA-90E0-40BADDACBA05}" srcOrd="2" destOrd="0" parTransId="{BEE2DE1B-2E90-424A-92AD-DEB0514C7271}" sibTransId="{4F566821-9354-4F2C-81CF-083EB2B7B731}"/>
    <dgm:cxn modelId="{389673FB-63BB-489F-A0E1-DED25AFEF1F2}" type="presOf" srcId="{8F1687DA-5176-47CE-A79C-FC6FAA4B7DF9}" destId="{A9DDDC91-6DD3-4E5D-8D2C-F4B1CB071A2A}" srcOrd="0" destOrd="0" presId="urn:microsoft.com/office/officeart/2005/8/layout/vList2"/>
    <dgm:cxn modelId="{422DD601-3DD0-41BB-A9A8-85223F6905EB}" type="presParOf" srcId="{A9DDDC91-6DD3-4E5D-8D2C-F4B1CB071A2A}" destId="{846DD038-AAAF-4B43-ADA6-1E6DE4F29D90}" srcOrd="0" destOrd="0" presId="urn:microsoft.com/office/officeart/2005/8/layout/vList2"/>
    <dgm:cxn modelId="{82557B92-30BF-40D3-BF67-D515C5BA5640}" type="presParOf" srcId="{A9DDDC91-6DD3-4E5D-8D2C-F4B1CB071A2A}" destId="{D052C6FF-DC4C-467F-899D-6789713B8605}" srcOrd="1" destOrd="0" presId="urn:microsoft.com/office/officeart/2005/8/layout/vList2"/>
    <dgm:cxn modelId="{5A82B9BD-C8AB-420D-9CC4-DDDD6240A671}" type="presParOf" srcId="{A9DDDC91-6DD3-4E5D-8D2C-F4B1CB071A2A}" destId="{E7770431-3644-4206-95BC-D1CE0BB3366F}" srcOrd="2" destOrd="0" presId="urn:microsoft.com/office/officeart/2005/8/layout/vList2"/>
    <dgm:cxn modelId="{DA9FA851-11BF-4CC4-BEBA-D8290B8CA129}" type="presParOf" srcId="{A9DDDC91-6DD3-4E5D-8D2C-F4B1CB071A2A}" destId="{1ED8655C-DB4F-4FBB-8398-CDFCBCBB9FDC}" srcOrd="3" destOrd="0" presId="urn:microsoft.com/office/officeart/2005/8/layout/vList2"/>
    <dgm:cxn modelId="{0F6B8524-53A2-4678-A2E8-8AEBD245E806}" type="presParOf" srcId="{A9DDDC91-6DD3-4E5D-8D2C-F4B1CB071A2A}" destId="{427CD007-6CF7-4F04-868B-86D04E888D55}"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27D9D0-DCF6-49D7-83C2-057BB52422E1}" type="doc">
      <dgm:prSet loTypeId="urn:microsoft.com/office/officeart/2005/8/layout/list1" loCatId="list" qsTypeId="urn:microsoft.com/office/officeart/2005/8/quickstyle/simple1" qsCatId="simple" csTypeId="urn:microsoft.com/office/officeart/2005/8/colors/colorful2" csCatId="colorful"/>
      <dgm:spPr/>
      <dgm:t>
        <a:bodyPr/>
        <a:lstStyle/>
        <a:p>
          <a:endParaRPr lang="en-US"/>
        </a:p>
      </dgm:t>
    </dgm:pt>
    <dgm:pt modelId="{7A24394E-6723-40D8-A77F-46543DF0FC98}">
      <dgm:prSet/>
      <dgm:spPr/>
      <dgm:t>
        <a:bodyPr/>
        <a:lstStyle/>
        <a:p>
          <a:r>
            <a:rPr lang="en-SG" i="1"/>
            <a:t>Web search:</a:t>
          </a:r>
          <a:r>
            <a:rPr lang="en-SG"/>
            <a:t> </a:t>
          </a:r>
          <a:endParaRPr lang="en-US"/>
        </a:p>
      </dgm:t>
    </dgm:pt>
    <dgm:pt modelId="{2680DDA3-19EB-4BB8-B244-93092EA874F0}" type="parTrans" cxnId="{0921B019-EC70-430B-8E62-AECF102C6494}">
      <dgm:prSet/>
      <dgm:spPr/>
      <dgm:t>
        <a:bodyPr/>
        <a:lstStyle/>
        <a:p>
          <a:endParaRPr lang="en-US"/>
        </a:p>
      </dgm:t>
    </dgm:pt>
    <dgm:pt modelId="{BBC753D0-432F-4418-8C5C-16094DDB052E}" type="sibTrans" cxnId="{0921B019-EC70-430B-8E62-AECF102C6494}">
      <dgm:prSet/>
      <dgm:spPr/>
      <dgm:t>
        <a:bodyPr/>
        <a:lstStyle/>
        <a:p>
          <a:endParaRPr lang="en-US"/>
        </a:p>
      </dgm:t>
    </dgm:pt>
    <dgm:pt modelId="{52E087C0-3C88-4BDF-AD63-4CF2B34BF629}">
      <dgm:prSet/>
      <dgm:spPr/>
      <dgm:t>
        <a:bodyPr/>
        <a:lstStyle/>
        <a:p>
          <a:r>
            <a:rPr lang="en-SG"/>
            <a:t>This </a:t>
          </a:r>
          <a:r>
            <a:rPr lang="en-SG" b="1"/>
            <a:t>crawls</a:t>
          </a:r>
          <a:r>
            <a:rPr lang="en-SG"/>
            <a:t> through the World Wide Web, </a:t>
          </a:r>
          <a:r>
            <a:rPr lang="en-SG" b="1"/>
            <a:t>extracts</a:t>
          </a:r>
          <a:r>
            <a:rPr lang="en-SG"/>
            <a:t> the contents from HTML tags, and </a:t>
          </a:r>
          <a:r>
            <a:rPr lang="en-SG" b="1"/>
            <a:t>indexes</a:t>
          </a:r>
          <a:r>
            <a:rPr lang="en-SG"/>
            <a:t> the information to make it searchable. </a:t>
          </a:r>
          <a:endParaRPr lang="en-US"/>
        </a:p>
      </dgm:t>
    </dgm:pt>
    <dgm:pt modelId="{4BFAB88E-F990-410D-9DCE-F74456A5976B}" type="parTrans" cxnId="{1403D7F2-F3C0-46C0-9AD4-78E4F6F62E43}">
      <dgm:prSet/>
      <dgm:spPr/>
      <dgm:t>
        <a:bodyPr/>
        <a:lstStyle/>
        <a:p>
          <a:endParaRPr lang="en-US"/>
        </a:p>
      </dgm:t>
    </dgm:pt>
    <dgm:pt modelId="{A5DF9704-A8DD-4A1D-AC36-75A32159A700}" type="sibTrans" cxnId="{1403D7F2-F3C0-46C0-9AD4-78E4F6F62E43}">
      <dgm:prSet/>
      <dgm:spPr/>
      <dgm:t>
        <a:bodyPr/>
        <a:lstStyle/>
        <a:p>
          <a:endParaRPr lang="en-US"/>
        </a:p>
      </dgm:t>
    </dgm:pt>
    <dgm:pt modelId="{3F9B6EAC-1289-4027-954C-9E719C0E06FC}">
      <dgm:prSet/>
      <dgm:spPr/>
      <dgm:t>
        <a:bodyPr/>
        <a:lstStyle/>
        <a:p>
          <a:r>
            <a:rPr lang="en-SG"/>
            <a:t>Some engines also crawl for images and other associated files, and before indexing process the text for other interesting information and links. </a:t>
          </a:r>
          <a:endParaRPr lang="en-US"/>
        </a:p>
      </dgm:t>
    </dgm:pt>
    <dgm:pt modelId="{C31C78C3-6BB1-4826-8A27-E97ADE65832B}" type="parTrans" cxnId="{A0D3B181-C166-49C5-9939-24289D819903}">
      <dgm:prSet/>
      <dgm:spPr/>
      <dgm:t>
        <a:bodyPr/>
        <a:lstStyle/>
        <a:p>
          <a:endParaRPr lang="en-US"/>
        </a:p>
      </dgm:t>
    </dgm:pt>
    <dgm:pt modelId="{5751C714-5C61-4266-9D13-D052D13E0D88}" type="sibTrans" cxnId="{A0D3B181-C166-49C5-9939-24289D819903}">
      <dgm:prSet/>
      <dgm:spPr/>
      <dgm:t>
        <a:bodyPr/>
        <a:lstStyle/>
        <a:p>
          <a:endParaRPr lang="en-US"/>
        </a:p>
      </dgm:t>
    </dgm:pt>
    <dgm:pt modelId="{1B9DDA53-21ED-42A6-A6C6-50B69EFA5A26}">
      <dgm:prSet/>
      <dgm:spPr/>
      <dgm:t>
        <a:bodyPr/>
        <a:lstStyle/>
        <a:p>
          <a:r>
            <a:rPr lang="en-SG" dirty="0"/>
            <a:t>DuckDuckGo is a typical example of a web search engine developed using Solr.</a:t>
          </a:r>
          <a:endParaRPr lang="en-US" dirty="0"/>
        </a:p>
      </dgm:t>
    </dgm:pt>
    <dgm:pt modelId="{3F21E618-211A-4F87-996D-ACA35037C12B}" type="parTrans" cxnId="{C888CD45-E975-4479-BC08-F45F58662595}">
      <dgm:prSet/>
      <dgm:spPr/>
      <dgm:t>
        <a:bodyPr/>
        <a:lstStyle/>
        <a:p>
          <a:endParaRPr lang="en-US"/>
        </a:p>
      </dgm:t>
    </dgm:pt>
    <dgm:pt modelId="{B984707D-8F67-48B3-B2DA-53A1844E5C65}" type="sibTrans" cxnId="{C888CD45-E975-4479-BC08-F45F58662595}">
      <dgm:prSet/>
      <dgm:spPr/>
      <dgm:t>
        <a:bodyPr/>
        <a:lstStyle/>
        <a:p>
          <a:endParaRPr lang="en-US"/>
        </a:p>
      </dgm:t>
    </dgm:pt>
    <dgm:pt modelId="{029BE370-9226-44E3-BDA6-D47988B59F19}">
      <dgm:prSet/>
      <dgm:spPr/>
      <dgm:t>
        <a:bodyPr/>
        <a:lstStyle/>
        <a:p>
          <a:r>
            <a:rPr lang="en-SG" i="1"/>
            <a:t>Vertical search:</a:t>
          </a:r>
          <a:r>
            <a:rPr lang="en-SG"/>
            <a:t> </a:t>
          </a:r>
          <a:endParaRPr lang="en-US"/>
        </a:p>
      </dgm:t>
    </dgm:pt>
    <dgm:pt modelId="{7F1600C1-3904-4B3E-9F8F-5EAD8F6DD66A}" type="parTrans" cxnId="{918784F8-D177-4F75-A420-3BBDD2284F74}">
      <dgm:prSet/>
      <dgm:spPr/>
      <dgm:t>
        <a:bodyPr/>
        <a:lstStyle/>
        <a:p>
          <a:endParaRPr lang="en-US"/>
        </a:p>
      </dgm:t>
    </dgm:pt>
    <dgm:pt modelId="{234FF4EB-EAA9-4E73-805B-FAAF5F94EA91}" type="sibTrans" cxnId="{918784F8-D177-4F75-A420-3BBDD2284F74}">
      <dgm:prSet/>
      <dgm:spPr/>
      <dgm:t>
        <a:bodyPr/>
        <a:lstStyle/>
        <a:p>
          <a:endParaRPr lang="en-US"/>
        </a:p>
      </dgm:t>
    </dgm:pt>
    <dgm:pt modelId="{58F75EA2-4FF4-432E-9F51-04D896C38C27}">
      <dgm:prSet/>
      <dgm:spPr/>
      <dgm:t>
        <a:bodyPr/>
        <a:lstStyle/>
        <a:p>
          <a:r>
            <a:rPr lang="en-SG"/>
            <a:t>Vertical search addresses a </a:t>
          </a:r>
          <a:r>
            <a:rPr lang="en-SG" b="1"/>
            <a:t>specific domain</a:t>
          </a:r>
          <a:r>
            <a:rPr lang="en-SG"/>
            <a:t>, an area of information or industry such as healthcare or finance. </a:t>
          </a:r>
          <a:endParaRPr lang="en-US"/>
        </a:p>
      </dgm:t>
    </dgm:pt>
    <dgm:pt modelId="{EE67A763-70E0-4B5F-BB04-B1865D2822E7}" type="parTrans" cxnId="{EE83503C-FD23-4249-8CDD-5A87F9D211FB}">
      <dgm:prSet/>
      <dgm:spPr/>
      <dgm:t>
        <a:bodyPr/>
        <a:lstStyle/>
        <a:p>
          <a:endParaRPr lang="en-US"/>
        </a:p>
      </dgm:t>
    </dgm:pt>
    <dgm:pt modelId="{3890C0B7-DECF-4BAA-9927-AE4252EAD55E}" type="sibTrans" cxnId="{EE83503C-FD23-4249-8CDD-5A87F9D211FB}">
      <dgm:prSet/>
      <dgm:spPr/>
      <dgm:t>
        <a:bodyPr/>
        <a:lstStyle/>
        <a:p>
          <a:endParaRPr lang="en-US"/>
        </a:p>
      </dgm:t>
    </dgm:pt>
    <dgm:pt modelId="{828AEDD0-3CDC-4936-B91E-E4F8E620CA9B}">
      <dgm:prSet/>
      <dgm:spPr/>
      <dgm:t>
        <a:bodyPr/>
        <a:lstStyle/>
        <a:p>
          <a:r>
            <a:rPr lang="en-SG"/>
            <a:t>The information is generally available in a primary database or data source such as a Word document or PDF file. </a:t>
          </a:r>
          <a:endParaRPr lang="en-US"/>
        </a:p>
      </dgm:t>
    </dgm:pt>
    <dgm:pt modelId="{6EB470F3-BDB5-4800-B996-61B1459A3066}" type="parTrans" cxnId="{D2709946-AB9E-45C3-95AF-CE01B9307C4B}">
      <dgm:prSet/>
      <dgm:spPr/>
      <dgm:t>
        <a:bodyPr/>
        <a:lstStyle/>
        <a:p>
          <a:endParaRPr lang="en-US"/>
        </a:p>
      </dgm:t>
    </dgm:pt>
    <dgm:pt modelId="{75B8DCB3-643B-4FAC-BB0E-6B16DF36EF3F}" type="sibTrans" cxnId="{D2709946-AB9E-45C3-95AF-CE01B9307C4B}">
      <dgm:prSet/>
      <dgm:spPr/>
      <dgm:t>
        <a:bodyPr/>
        <a:lstStyle/>
        <a:p>
          <a:endParaRPr lang="en-US"/>
        </a:p>
      </dgm:t>
    </dgm:pt>
    <dgm:pt modelId="{09563ACB-B9DE-4B13-B2A2-FB4D4EDD4472}">
      <dgm:prSet/>
      <dgm:spPr/>
      <dgm:t>
        <a:bodyPr/>
        <a:lstStyle/>
        <a:p>
          <a:r>
            <a:rPr lang="en-SG" i="1"/>
            <a:t>Desktop search:</a:t>
          </a:r>
          <a:r>
            <a:rPr lang="en-SG"/>
            <a:t> </a:t>
          </a:r>
          <a:endParaRPr lang="en-US"/>
        </a:p>
      </dgm:t>
    </dgm:pt>
    <dgm:pt modelId="{79B83A5A-012E-40A4-AD46-2C5E62B10EEA}" type="parTrans" cxnId="{0F785A67-9779-4B90-B8F6-B9DDD5C38BCF}">
      <dgm:prSet/>
      <dgm:spPr/>
      <dgm:t>
        <a:bodyPr/>
        <a:lstStyle/>
        <a:p>
          <a:endParaRPr lang="en-US"/>
        </a:p>
      </dgm:t>
    </dgm:pt>
    <dgm:pt modelId="{FD78A726-CDD5-4005-ABF9-C8BFB956CDF1}" type="sibTrans" cxnId="{0F785A67-9779-4B90-B8F6-B9DDD5C38BCF}">
      <dgm:prSet/>
      <dgm:spPr/>
      <dgm:t>
        <a:bodyPr/>
        <a:lstStyle/>
        <a:p>
          <a:endParaRPr lang="en-US"/>
        </a:p>
      </dgm:t>
    </dgm:pt>
    <dgm:pt modelId="{9D4EADDB-B6E7-444E-B194-CFBAFA4B34DD}">
      <dgm:prSet/>
      <dgm:spPr/>
      <dgm:t>
        <a:bodyPr/>
        <a:lstStyle/>
        <a:p>
          <a:r>
            <a:rPr lang="en-SG"/>
            <a:t>This is designed to </a:t>
          </a:r>
          <a:r>
            <a:rPr lang="en-SG" b="1"/>
            <a:t>index the files in a user's PC</a:t>
          </a:r>
          <a:r>
            <a:rPr lang="en-SG"/>
            <a:t> and make it searchable. Some search engines also index the file content along with the metadata to make it searchable. Spotlight in Mac OS X is a typical example.</a:t>
          </a:r>
          <a:endParaRPr lang="en-US"/>
        </a:p>
      </dgm:t>
    </dgm:pt>
    <dgm:pt modelId="{FC640EF5-3B64-4FF3-95D1-F32954CDCD21}" type="parTrans" cxnId="{CA584291-66FF-4CEF-9C07-C30E5FAB4879}">
      <dgm:prSet/>
      <dgm:spPr/>
      <dgm:t>
        <a:bodyPr/>
        <a:lstStyle/>
        <a:p>
          <a:endParaRPr lang="en-US"/>
        </a:p>
      </dgm:t>
    </dgm:pt>
    <dgm:pt modelId="{2481A072-8890-4C91-B17C-8EB5212685A7}" type="sibTrans" cxnId="{CA584291-66FF-4CEF-9C07-C30E5FAB4879}">
      <dgm:prSet/>
      <dgm:spPr/>
      <dgm:t>
        <a:bodyPr/>
        <a:lstStyle/>
        <a:p>
          <a:endParaRPr lang="en-US"/>
        </a:p>
      </dgm:t>
    </dgm:pt>
    <dgm:pt modelId="{8B94B540-56BF-4A40-B5D6-08498DBC2921}">
      <dgm:prSet/>
      <dgm:spPr/>
      <dgm:t>
        <a:bodyPr/>
        <a:lstStyle/>
        <a:p>
          <a:r>
            <a:rPr lang="en-SG" i="1"/>
            <a:t>Others:</a:t>
          </a:r>
          <a:r>
            <a:rPr lang="en-SG"/>
            <a:t> </a:t>
          </a:r>
          <a:endParaRPr lang="en-US"/>
        </a:p>
      </dgm:t>
    </dgm:pt>
    <dgm:pt modelId="{5E590323-5DA9-4DBA-B9CA-C694120161AC}" type="parTrans" cxnId="{2017B289-3C04-43B5-A927-04F0C4310694}">
      <dgm:prSet/>
      <dgm:spPr/>
      <dgm:t>
        <a:bodyPr/>
        <a:lstStyle/>
        <a:p>
          <a:endParaRPr lang="en-US"/>
        </a:p>
      </dgm:t>
    </dgm:pt>
    <dgm:pt modelId="{B89D71D4-7CEE-4E9B-BA72-FD33C5CFF9A1}" type="sibTrans" cxnId="{2017B289-3C04-43B5-A927-04F0C4310694}">
      <dgm:prSet/>
      <dgm:spPr/>
      <dgm:t>
        <a:bodyPr/>
        <a:lstStyle/>
        <a:p>
          <a:endParaRPr lang="en-US"/>
        </a:p>
      </dgm:t>
    </dgm:pt>
    <dgm:pt modelId="{4AAE9DD8-8865-4D0D-93DB-4849A04992A9}">
      <dgm:prSet/>
      <dgm:spPr/>
      <dgm:t>
        <a:bodyPr/>
        <a:lstStyle/>
        <a:p>
          <a:r>
            <a:rPr lang="en-SG"/>
            <a:t>Information retrieval is no longer limited to text and is being widely used for searching image, audio fingerprints, and in speech recognition.</a:t>
          </a:r>
          <a:endParaRPr lang="en-US"/>
        </a:p>
      </dgm:t>
    </dgm:pt>
    <dgm:pt modelId="{A013525B-40E1-4785-81FB-67BD02907354}" type="parTrans" cxnId="{28E5B12D-A99D-4092-B6F6-695CD19A6048}">
      <dgm:prSet/>
      <dgm:spPr/>
      <dgm:t>
        <a:bodyPr/>
        <a:lstStyle/>
        <a:p>
          <a:endParaRPr lang="en-US"/>
        </a:p>
      </dgm:t>
    </dgm:pt>
    <dgm:pt modelId="{DF825037-3E9B-4800-86B2-BF50653F7B5B}" type="sibTrans" cxnId="{28E5B12D-A99D-4092-B6F6-695CD19A6048}">
      <dgm:prSet/>
      <dgm:spPr/>
      <dgm:t>
        <a:bodyPr/>
        <a:lstStyle/>
        <a:p>
          <a:endParaRPr lang="en-US"/>
        </a:p>
      </dgm:t>
    </dgm:pt>
    <dgm:pt modelId="{AC7A4526-42EC-4019-A3C5-727905803269}" type="pres">
      <dgm:prSet presAssocID="{B627D9D0-DCF6-49D7-83C2-057BB52422E1}" presName="linear" presStyleCnt="0">
        <dgm:presLayoutVars>
          <dgm:dir/>
          <dgm:animLvl val="lvl"/>
          <dgm:resizeHandles val="exact"/>
        </dgm:presLayoutVars>
      </dgm:prSet>
      <dgm:spPr/>
    </dgm:pt>
    <dgm:pt modelId="{DB577482-8953-445B-BE89-1A2FF865F407}" type="pres">
      <dgm:prSet presAssocID="{7A24394E-6723-40D8-A77F-46543DF0FC98}" presName="parentLin" presStyleCnt="0"/>
      <dgm:spPr/>
    </dgm:pt>
    <dgm:pt modelId="{6D3E5D4E-EDEE-402D-B7B3-5323F152F591}" type="pres">
      <dgm:prSet presAssocID="{7A24394E-6723-40D8-A77F-46543DF0FC98}" presName="parentLeftMargin" presStyleLbl="node1" presStyleIdx="0" presStyleCnt="4"/>
      <dgm:spPr/>
    </dgm:pt>
    <dgm:pt modelId="{D3B5935B-CAB6-4705-8335-6340C4209B47}" type="pres">
      <dgm:prSet presAssocID="{7A24394E-6723-40D8-A77F-46543DF0FC98}" presName="parentText" presStyleLbl="node1" presStyleIdx="0" presStyleCnt="4">
        <dgm:presLayoutVars>
          <dgm:chMax val="0"/>
          <dgm:bulletEnabled val="1"/>
        </dgm:presLayoutVars>
      </dgm:prSet>
      <dgm:spPr/>
    </dgm:pt>
    <dgm:pt modelId="{DD953125-F62D-4EC2-8D07-C751112EE14F}" type="pres">
      <dgm:prSet presAssocID="{7A24394E-6723-40D8-A77F-46543DF0FC98}" presName="negativeSpace" presStyleCnt="0"/>
      <dgm:spPr/>
    </dgm:pt>
    <dgm:pt modelId="{9EB9D957-0E40-496C-8EDF-4E5CECCE954B}" type="pres">
      <dgm:prSet presAssocID="{7A24394E-6723-40D8-A77F-46543DF0FC98}" presName="childText" presStyleLbl="conFgAcc1" presStyleIdx="0" presStyleCnt="4">
        <dgm:presLayoutVars>
          <dgm:bulletEnabled val="1"/>
        </dgm:presLayoutVars>
      </dgm:prSet>
      <dgm:spPr/>
    </dgm:pt>
    <dgm:pt modelId="{7499B26A-153B-4013-9C0C-C0AC7A20148C}" type="pres">
      <dgm:prSet presAssocID="{BBC753D0-432F-4418-8C5C-16094DDB052E}" presName="spaceBetweenRectangles" presStyleCnt="0"/>
      <dgm:spPr/>
    </dgm:pt>
    <dgm:pt modelId="{EFEB2AD0-E11C-406C-A38D-F108CB0CDA93}" type="pres">
      <dgm:prSet presAssocID="{029BE370-9226-44E3-BDA6-D47988B59F19}" presName="parentLin" presStyleCnt="0"/>
      <dgm:spPr/>
    </dgm:pt>
    <dgm:pt modelId="{CB279EDB-239B-49D1-B250-A74A13B4CDD7}" type="pres">
      <dgm:prSet presAssocID="{029BE370-9226-44E3-BDA6-D47988B59F19}" presName="parentLeftMargin" presStyleLbl="node1" presStyleIdx="0" presStyleCnt="4"/>
      <dgm:spPr/>
    </dgm:pt>
    <dgm:pt modelId="{7F38AD8E-ADF6-46AF-A762-D3318018213E}" type="pres">
      <dgm:prSet presAssocID="{029BE370-9226-44E3-BDA6-D47988B59F19}" presName="parentText" presStyleLbl="node1" presStyleIdx="1" presStyleCnt="4">
        <dgm:presLayoutVars>
          <dgm:chMax val="0"/>
          <dgm:bulletEnabled val="1"/>
        </dgm:presLayoutVars>
      </dgm:prSet>
      <dgm:spPr/>
    </dgm:pt>
    <dgm:pt modelId="{988CF809-EEA9-4F04-994F-69086BF928A6}" type="pres">
      <dgm:prSet presAssocID="{029BE370-9226-44E3-BDA6-D47988B59F19}" presName="negativeSpace" presStyleCnt="0"/>
      <dgm:spPr/>
    </dgm:pt>
    <dgm:pt modelId="{DF2B6811-2D1D-409B-8B30-38AD08DC974F}" type="pres">
      <dgm:prSet presAssocID="{029BE370-9226-44E3-BDA6-D47988B59F19}" presName="childText" presStyleLbl="conFgAcc1" presStyleIdx="1" presStyleCnt="4">
        <dgm:presLayoutVars>
          <dgm:bulletEnabled val="1"/>
        </dgm:presLayoutVars>
      </dgm:prSet>
      <dgm:spPr/>
    </dgm:pt>
    <dgm:pt modelId="{FF148E32-11B3-4308-9BE8-0CF4297A3248}" type="pres">
      <dgm:prSet presAssocID="{234FF4EB-EAA9-4E73-805B-FAAF5F94EA91}" presName="spaceBetweenRectangles" presStyleCnt="0"/>
      <dgm:spPr/>
    </dgm:pt>
    <dgm:pt modelId="{60BED2C1-6859-416C-AC96-2A7E8AAFD046}" type="pres">
      <dgm:prSet presAssocID="{09563ACB-B9DE-4B13-B2A2-FB4D4EDD4472}" presName="parentLin" presStyleCnt="0"/>
      <dgm:spPr/>
    </dgm:pt>
    <dgm:pt modelId="{925ED516-65B8-490E-85C2-83D5FEF07976}" type="pres">
      <dgm:prSet presAssocID="{09563ACB-B9DE-4B13-B2A2-FB4D4EDD4472}" presName="parentLeftMargin" presStyleLbl="node1" presStyleIdx="1" presStyleCnt="4"/>
      <dgm:spPr/>
    </dgm:pt>
    <dgm:pt modelId="{434B55DA-B06F-4529-964A-5EECF784AD8C}" type="pres">
      <dgm:prSet presAssocID="{09563ACB-B9DE-4B13-B2A2-FB4D4EDD4472}" presName="parentText" presStyleLbl="node1" presStyleIdx="2" presStyleCnt="4">
        <dgm:presLayoutVars>
          <dgm:chMax val="0"/>
          <dgm:bulletEnabled val="1"/>
        </dgm:presLayoutVars>
      </dgm:prSet>
      <dgm:spPr/>
    </dgm:pt>
    <dgm:pt modelId="{7B44EEF3-8CC4-4663-8D76-07028E18C785}" type="pres">
      <dgm:prSet presAssocID="{09563ACB-B9DE-4B13-B2A2-FB4D4EDD4472}" presName="negativeSpace" presStyleCnt="0"/>
      <dgm:spPr/>
    </dgm:pt>
    <dgm:pt modelId="{AF13703F-183F-471C-8E68-5D081CB0E53C}" type="pres">
      <dgm:prSet presAssocID="{09563ACB-B9DE-4B13-B2A2-FB4D4EDD4472}" presName="childText" presStyleLbl="conFgAcc1" presStyleIdx="2" presStyleCnt="4">
        <dgm:presLayoutVars>
          <dgm:bulletEnabled val="1"/>
        </dgm:presLayoutVars>
      </dgm:prSet>
      <dgm:spPr/>
    </dgm:pt>
    <dgm:pt modelId="{B70405F4-E172-4276-85B1-4B2A97DB59D2}" type="pres">
      <dgm:prSet presAssocID="{FD78A726-CDD5-4005-ABF9-C8BFB956CDF1}" presName="spaceBetweenRectangles" presStyleCnt="0"/>
      <dgm:spPr/>
    </dgm:pt>
    <dgm:pt modelId="{5376779B-5DA4-4703-9ED0-D67E521EDECB}" type="pres">
      <dgm:prSet presAssocID="{8B94B540-56BF-4A40-B5D6-08498DBC2921}" presName="parentLin" presStyleCnt="0"/>
      <dgm:spPr/>
    </dgm:pt>
    <dgm:pt modelId="{FA01FD9E-1591-4C86-8AD4-D1277AEEF769}" type="pres">
      <dgm:prSet presAssocID="{8B94B540-56BF-4A40-B5D6-08498DBC2921}" presName="parentLeftMargin" presStyleLbl="node1" presStyleIdx="2" presStyleCnt="4"/>
      <dgm:spPr/>
    </dgm:pt>
    <dgm:pt modelId="{28C2D485-9CDC-4979-9BBC-1C7239563D82}" type="pres">
      <dgm:prSet presAssocID="{8B94B540-56BF-4A40-B5D6-08498DBC2921}" presName="parentText" presStyleLbl="node1" presStyleIdx="3" presStyleCnt="4">
        <dgm:presLayoutVars>
          <dgm:chMax val="0"/>
          <dgm:bulletEnabled val="1"/>
        </dgm:presLayoutVars>
      </dgm:prSet>
      <dgm:spPr/>
    </dgm:pt>
    <dgm:pt modelId="{7E2EC89A-450E-4E6E-9E42-8F6D2D0FAD57}" type="pres">
      <dgm:prSet presAssocID="{8B94B540-56BF-4A40-B5D6-08498DBC2921}" presName="negativeSpace" presStyleCnt="0"/>
      <dgm:spPr/>
    </dgm:pt>
    <dgm:pt modelId="{C7FE4085-7850-44F3-B989-3BD98A3C18EE}" type="pres">
      <dgm:prSet presAssocID="{8B94B540-56BF-4A40-B5D6-08498DBC2921}" presName="childText" presStyleLbl="conFgAcc1" presStyleIdx="3" presStyleCnt="4">
        <dgm:presLayoutVars>
          <dgm:bulletEnabled val="1"/>
        </dgm:presLayoutVars>
      </dgm:prSet>
      <dgm:spPr/>
    </dgm:pt>
  </dgm:ptLst>
  <dgm:cxnLst>
    <dgm:cxn modelId="{65F3F60A-975A-43FF-95B0-87E1E4C89020}" type="presOf" srcId="{4AAE9DD8-8865-4D0D-93DB-4849A04992A9}" destId="{C7FE4085-7850-44F3-B989-3BD98A3C18EE}" srcOrd="0" destOrd="0" presId="urn:microsoft.com/office/officeart/2005/8/layout/list1"/>
    <dgm:cxn modelId="{A8C3FF0A-FEB2-4466-8D8B-03F6BAA4C978}" type="presOf" srcId="{029BE370-9226-44E3-BDA6-D47988B59F19}" destId="{CB279EDB-239B-49D1-B250-A74A13B4CDD7}" srcOrd="0" destOrd="0" presId="urn:microsoft.com/office/officeart/2005/8/layout/list1"/>
    <dgm:cxn modelId="{0921B019-EC70-430B-8E62-AECF102C6494}" srcId="{B627D9D0-DCF6-49D7-83C2-057BB52422E1}" destId="{7A24394E-6723-40D8-A77F-46543DF0FC98}" srcOrd="0" destOrd="0" parTransId="{2680DDA3-19EB-4BB8-B244-93092EA874F0}" sibTransId="{BBC753D0-432F-4418-8C5C-16094DDB052E}"/>
    <dgm:cxn modelId="{22FF5323-659F-45BD-9829-4E8F63198EA3}" type="presOf" srcId="{8B94B540-56BF-4A40-B5D6-08498DBC2921}" destId="{28C2D485-9CDC-4979-9BBC-1C7239563D82}" srcOrd="1" destOrd="0" presId="urn:microsoft.com/office/officeart/2005/8/layout/list1"/>
    <dgm:cxn modelId="{28E5B12D-A99D-4092-B6F6-695CD19A6048}" srcId="{8B94B540-56BF-4A40-B5D6-08498DBC2921}" destId="{4AAE9DD8-8865-4D0D-93DB-4849A04992A9}" srcOrd="0" destOrd="0" parTransId="{A013525B-40E1-4785-81FB-67BD02907354}" sibTransId="{DF825037-3E9B-4800-86B2-BF50653F7B5B}"/>
    <dgm:cxn modelId="{6535EF37-E6C4-44DE-A44E-E8855260C85C}" type="presOf" srcId="{8B94B540-56BF-4A40-B5D6-08498DBC2921}" destId="{FA01FD9E-1591-4C86-8AD4-D1277AEEF769}" srcOrd="0" destOrd="0" presId="urn:microsoft.com/office/officeart/2005/8/layout/list1"/>
    <dgm:cxn modelId="{EE83503C-FD23-4249-8CDD-5A87F9D211FB}" srcId="{029BE370-9226-44E3-BDA6-D47988B59F19}" destId="{58F75EA2-4FF4-432E-9F51-04D896C38C27}" srcOrd="0" destOrd="0" parTransId="{EE67A763-70E0-4B5F-BB04-B1865D2822E7}" sibTransId="{3890C0B7-DECF-4BAA-9927-AE4252EAD55E}"/>
    <dgm:cxn modelId="{C888CD45-E975-4479-BC08-F45F58662595}" srcId="{7A24394E-6723-40D8-A77F-46543DF0FC98}" destId="{1B9DDA53-21ED-42A6-A6C6-50B69EFA5A26}" srcOrd="2" destOrd="0" parTransId="{3F21E618-211A-4F87-996D-ACA35037C12B}" sibTransId="{B984707D-8F67-48B3-B2DA-53A1844E5C65}"/>
    <dgm:cxn modelId="{D2709946-AB9E-45C3-95AF-CE01B9307C4B}" srcId="{029BE370-9226-44E3-BDA6-D47988B59F19}" destId="{828AEDD0-3CDC-4936-B91E-E4F8E620CA9B}" srcOrd="1" destOrd="0" parTransId="{6EB470F3-BDB5-4800-B996-61B1459A3066}" sibTransId="{75B8DCB3-643B-4FAC-BB0E-6B16DF36EF3F}"/>
    <dgm:cxn modelId="{0F785A67-9779-4B90-B8F6-B9DDD5C38BCF}" srcId="{B627D9D0-DCF6-49D7-83C2-057BB52422E1}" destId="{09563ACB-B9DE-4B13-B2A2-FB4D4EDD4472}" srcOrd="2" destOrd="0" parTransId="{79B83A5A-012E-40A4-AD46-2C5E62B10EEA}" sibTransId="{FD78A726-CDD5-4005-ABF9-C8BFB956CDF1}"/>
    <dgm:cxn modelId="{3C879268-0076-4B27-AF7B-20A2A656F27F}" type="presOf" srcId="{7A24394E-6723-40D8-A77F-46543DF0FC98}" destId="{6D3E5D4E-EDEE-402D-B7B3-5323F152F591}" srcOrd="0" destOrd="0" presId="urn:microsoft.com/office/officeart/2005/8/layout/list1"/>
    <dgm:cxn modelId="{BDAFB974-CB67-46AB-9CD3-1CA5EFBCEF60}" type="presOf" srcId="{1B9DDA53-21ED-42A6-A6C6-50B69EFA5A26}" destId="{9EB9D957-0E40-496C-8EDF-4E5CECCE954B}" srcOrd="0" destOrd="2" presId="urn:microsoft.com/office/officeart/2005/8/layout/list1"/>
    <dgm:cxn modelId="{0096797B-AAC9-4C91-8193-C38F61693281}" type="presOf" srcId="{9D4EADDB-B6E7-444E-B194-CFBAFA4B34DD}" destId="{AF13703F-183F-471C-8E68-5D081CB0E53C}" srcOrd="0" destOrd="0" presId="urn:microsoft.com/office/officeart/2005/8/layout/list1"/>
    <dgm:cxn modelId="{A0D3B181-C166-49C5-9939-24289D819903}" srcId="{7A24394E-6723-40D8-A77F-46543DF0FC98}" destId="{3F9B6EAC-1289-4027-954C-9E719C0E06FC}" srcOrd="1" destOrd="0" parTransId="{C31C78C3-6BB1-4826-8A27-E97ADE65832B}" sibTransId="{5751C714-5C61-4266-9D13-D052D13E0D88}"/>
    <dgm:cxn modelId="{1AC17582-60C3-418A-AEA9-4644B5284E31}" type="presOf" srcId="{828AEDD0-3CDC-4936-B91E-E4F8E620CA9B}" destId="{DF2B6811-2D1D-409B-8B30-38AD08DC974F}" srcOrd="0" destOrd="1" presId="urn:microsoft.com/office/officeart/2005/8/layout/list1"/>
    <dgm:cxn modelId="{2017B289-3C04-43B5-A927-04F0C4310694}" srcId="{B627D9D0-DCF6-49D7-83C2-057BB52422E1}" destId="{8B94B540-56BF-4A40-B5D6-08498DBC2921}" srcOrd="3" destOrd="0" parTransId="{5E590323-5DA9-4DBA-B9CA-C694120161AC}" sibTransId="{B89D71D4-7CEE-4E9B-BA72-FD33C5CFF9A1}"/>
    <dgm:cxn modelId="{CA584291-66FF-4CEF-9C07-C30E5FAB4879}" srcId="{09563ACB-B9DE-4B13-B2A2-FB4D4EDD4472}" destId="{9D4EADDB-B6E7-444E-B194-CFBAFA4B34DD}" srcOrd="0" destOrd="0" parTransId="{FC640EF5-3B64-4FF3-95D1-F32954CDCD21}" sibTransId="{2481A072-8890-4C91-B17C-8EB5212685A7}"/>
    <dgm:cxn modelId="{C33FD09F-2B6C-40B1-AC29-B97FD5025AEA}" type="presOf" srcId="{52E087C0-3C88-4BDF-AD63-4CF2B34BF629}" destId="{9EB9D957-0E40-496C-8EDF-4E5CECCE954B}" srcOrd="0" destOrd="0" presId="urn:microsoft.com/office/officeart/2005/8/layout/list1"/>
    <dgm:cxn modelId="{142B14A3-8843-414A-A47D-FDE264D30F6C}" type="presOf" srcId="{09563ACB-B9DE-4B13-B2A2-FB4D4EDD4472}" destId="{434B55DA-B06F-4529-964A-5EECF784AD8C}" srcOrd="1" destOrd="0" presId="urn:microsoft.com/office/officeart/2005/8/layout/list1"/>
    <dgm:cxn modelId="{903E43A9-8C20-4E49-A53F-FAAF2424F045}" type="presOf" srcId="{3F9B6EAC-1289-4027-954C-9E719C0E06FC}" destId="{9EB9D957-0E40-496C-8EDF-4E5CECCE954B}" srcOrd="0" destOrd="1" presId="urn:microsoft.com/office/officeart/2005/8/layout/list1"/>
    <dgm:cxn modelId="{B7E995BF-C406-4604-9E00-A86D2A7150C0}" type="presOf" srcId="{09563ACB-B9DE-4B13-B2A2-FB4D4EDD4472}" destId="{925ED516-65B8-490E-85C2-83D5FEF07976}" srcOrd="0" destOrd="0" presId="urn:microsoft.com/office/officeart/2005/8/layout/list1"/>
    <dgm:cxn modelId="{2D7010CE-F158-4708-AB0F-FC0FABD71DC4}" type="presOf" srcId="{B627D9D0-DCF6-49D7-83C2-057BB52422E1}" destId="{AC7A4526-42EC-4019-A3C5-727905803269}" srcOrd="0" destOrd="0" presId="urn:microsoft.com/office/officeart/2005/8/layout/list1"/>
    <dgm:cxn modelId="{1A49E2DC-6446-4467-92F1-973820571848}" type="presOf" srcId="{7A24394E-6723-40D8-A77F-46543DF0FC98}" destId="{D3B5935B-CAB6-4705-8335-6340C4209B47}" srcOrd="1" destOrd="0" presId="urn:microsoft.com/office/officeart/2005/8/layout/list1"/>
    <dgm:cxn modelId="{8C5A84E8-C5C7-41C4-8518-55C8A2769A88}" type="presOf" srcId="{58F75EA2-4FF4-432E-9F51-04D896C38C27}" destId="{DF2B6811-2D1D-409B-8B30-38AD08DC974F}" srcOrd="0" destOrd="0" presId="urn:microsoft.com/office/officeart/2005/8/layout/list1"/>
    <dgm:cxn modelId="{A43460F1-EC10-4E6F-ABD2-C3C0D6E71BA1}" type="presOf" srcId="{029BE370-9226-44E3-BDA6-D47988B59F19}" destId="{7F38AD8E-ADF6-46AF-A762-D3318018213E}" srcOrd="1" destOrd="0" presId="urn:microsoft.com/office/officeart/2005/8/layout/list1"/>
    <dgm:cxn modelId="{1403D7F2-F3C0-46C0-9AD4-78E4F6F62E43}" srcId="{7A24394E-6723-40D8-A77F-46543DF0FC98}" destId="{52E087C0-3C88-4BDF-AD63-4CF2B34BF629}" srcOrd="0" destOrd="0" parTransId="{4BFAB88E-F990-410D-9DCE-F74456A5976B}" sibTransId="{A5DF9704-A8DD-4A1D-AC36-75A32159A700}"/>
    <dgm:cxn modelId="{918784F8-D177-4F75-A420-3BBDD2284F74}" srcId="{B627D9D0-DCF6-49D7-83C2-057BB52422E1}" destId="{029BE370-9226-44E3-BDA6-D47988B59F19}" srcOrd="1" destOrd="0" parTransId="{7F1600C1-3904-4B3E-9F8F-5EAD8F6DD66A}" sibTransId="{234FF4EB-EAA9-4E73-805B-FAAF5F94EA91}"/>
    <dgm:cxn modelId="{A0100AB6-8AA1-4D9F-9154-B379BFBA05BA}" type="presParOf" srcId="{AC7A4526-42EC-4019-A3C5-727905803269}" destId="{DB577482-8953-445B-BE89-1A2FF865F407}" srcOrd="0" destOrd="0" presId="urn:microsoft.com/office/officeart/2005/8/layout/list1"/>
    <dgm:cxn modelId="{90EECA75-7FE4-4461-B2EF-A20E16C845DD}" type="presParOf" srcId="{DB577482-8953-445B-BE89-1A2FF865F407}" destId="{6D3E5D4E-EDEE-402D-B7B3-5323F152F591}" srcOrd="0" destOrd="0" presId="urn:microsoft.com/office/officeart/2005/8/layout/list1"/>
    <dgm:cxn modelId="{B9E7FA33-612E-4E2D-835E-4A32D1AFCE69}" type="presParOf" srcId="{DB577482-8953-445B-BE89-1A2FF865F407}" destId="{D3B5935B-CAB6-4705-8335-6340C4209B47}" srcOrd="1" destOrd="0" presId="urn:microsoft.com/office/officeart/2005/8/layout/list1"/>
    <dgm:cxn modelId="{B6A97284-612D-48A7-BC53-2C34572A9E9F}" type="presParOf" srcId="{AC7A4526-42EC-4019-A3C5-727905803269}" destId="{DD953125-F62D-4EC2-8D07-C751112EE14F}" srcOrd="1" destOrd="0" presId="urn:microsoft.com/office/officeart/2005/8/layout/list1"/>
    <dgm:cxn modelId="{6D8B5426-D082-43CD-B39C-33D5897232D3}" type="presParOf" srcId="{AC7A4526-42EC-4019-A3C5-727905803269}" destId="{9EB9D957-0E40-496C-8EDF-4E5CECCE954B}" srcOrd="2" destOrd="0" presId="urn:microsoft.com/office/officeart/2005/8/layout/list1"/>
    <dgm:cxn modelId="{CDFCC475-7E2C-49B1-990E-A67CD4D1CC0C}" type="presParOf" srcId="{AC7A4526-42EC-4019-A3C5-727905803269}" destId="{7499B26A-153B-4013-9C0C-C0AC7A20148C}" srcOrd="3" destOrd="0" presId="urn:microsoft.com/office/officeart/2005/8/layout/list1"/>
    <dgm:cxn modelId="{84877F2E-EFDF-44BA-88D1-B33B0EB390B8}" type="presParOf" srcId="{AC7A4526-42EC-4019-A3C5-727905803269}" destId="{EFEB2AD0-E11C-406C-A38D-F108CB0CDA93}" srcOrd="4" destOrd="0" presId="urn:microsoft.com/office/officeart/2005/8/layout/list1"/>
    <dgm:cxn modelId="{58B3BFD4-0E33-4539-B88F-0E7373D31BFE}" type="presParOf" srcId="{EFEB2AD0-E11C-406C-A38D-F108CB0CDA93}" destId="{CB279EDB-239B-49D1-B250-A74A13B4CDD7}" srcOrd="0" destOrd="0" presId="urn:microsoft.com/office/officeart/2005/8/layout/list1"/>
    <dgm:cxn modelId="{56F0CE5C-2B29-4790-A13D-54066CD9B566}" type="presParOf" srcId="{EFEB2AD0-E11C-406C-A38D-F108CB0CDA93}" destId="{7F38AD8E-ADF6-46AF-A762-D3318018213E}" srcOrd="1" destOrd="0" presId="urn:microsoft.com/office/officeart/2005/8/layout/list1"/>
    <dgm:cxn modelId="{8EA424B9-7C7A-4973-A603-81252EE3FC64}" type="presParOf" srcId="{AC7A4526-42EC-4019-A3C5-727905803269}" destId="{988CF809-EEA9-4F04-994F-69086BF928A6}" srcOrd="5" destOrd="0" presId="urn:microsoft.com/office/officeart/2005/8/layout/list1"/>
    <dgm:cxn modelId="{D6943A02-41F7-41D9-8D1F-0AA77A90C116}" type="presParOf" srcId="{AC7A4526-42EC-4019-A3C5-727905803269}" destId="{DF2B6811-2D1D-409B-8B30-38AD08DC974F}" srcOrd="6" destOrd="0" presId="urn:microsoft.com/office/officeart/2005/8/layout/list1"/>
    <dgm:cxn modelId="{EDBBFEC5-AD50-4E3F-909C-8414B376E05C}" type="presParOf" srcId="{AC7A4526-42EC-4019-A3C5-727905803269}" destId="{FF148E32-11B3-4308-9BE8-0CF4297A3248}" srcOrd="7" destOrd="0" presId="urn:microsoft.com/office/officeart/2005/8/layout/list1"/>
    <dgm:cxn modelId="{C9A1ABE2-3FA0-4DEB-8A76-2F92EE6E8A59}" type="presParOf" srcId="{AC7A4526-42EC-4019-A3C5-727905803269}" destId="{60BED2C1-6859-416C-AC96-2A7E8AAFD046}" srcOrd="8" destOrd="0" presId="urn:microsoft.com/office/officeart/2005/8/layout/list1"/>
    <dgm:cxn modelId="{DD3DE160-7665-4032-8325-87EC2F754573}" type="presParOf" srcId="{60BED2C1-6859-416C-AC96-2A7E8AAFD046}" destId="{925ED516-65B8-490E-85C2-83D5FEF07976}" srcOrd="0" destOrd="0" presId="urn:microsoft.com/office/officeart/2005/8/layout/list1"/>
    <dgm:cxn modelId="{D391BA4B-CAFF-4C14-83D9-FE251D617D67}" type="presParOf" srcId="{60BED2C1-6859-416C-AC96-2A7E8AAFD046}" destId="{434B55DA-B06F-4529-964A-5EECF784AD8C}" srcOrd="1" destOrd="0" presId="urn:microsoft.com/office/officeart/2005/8/layout/list1"/>
    <dgm:cxn modelId="{3D3F19E3-CD94-429F-A298-470F07533688}" type="presParOf" srcId="{AC7A4526-42EC-4019-A3C5-727905803269}" destId="{7B44EEF3-8CC4-4663-8D76-07028E18C785}" srcOrd="9" destOrd="0" presId="urn:microsoft.com/office/officeart/2005/8/layout/list1"/>
    <dgm:cxn modelId="{48AECFBD-960E-4B13-9D36-2CEB50AE2929}" type="presParOf" srcId="{AC7A4526-42EC-4019-A3C5-727905803269}" destId="{AF13703F-183F-471C-8E68-5D081CB0E53C}" srcOrd="10" destOrd="0" presId="urn:microsoft.com/office/officeart/2005/8/layout/list1"/>
    <dgm:cxn modelId="{FC4D580D-E959-4B1E-8E81-F17605E95C68}" type="presParOf" srcId="{AC7A4526-42EC-4019-A3C5-727905803269}" destId="{B70405F4-E172-4276-85B1-4B2A97DB59D2}" srcOrd="11" destOrd="0" presId="urn:microsoft.com/office/officeart/2005/8/layout/list1"/>
    <dgm:cxn modelId="{BA9E7B66-B120-4F13-B27C-CEB458199D54}" type="presParOf" srcId="{AC7A4526-42EC-4019-A3C5-727905803269}" destId="{5376779B-5DA4-4703-9ED0-D67E521EDECB}" srcOrd="12" destOrd="0" presId="urn:microsoft.com/office/officeart/2005/8/layout/list1"/>
    <dgm:cxn modelId="{CB840CE5-E006-4F1A-B49E-D25B6291AC63}" type="presParOf" srcId="{5376779B-5DA4-4703-9ED0-D67E521EDECB}" destId="{FA01FD9E-1591-4C86-8AD4-D1277AEEF769}" srcOrd="0" destOrd="0" presId="urn:microsoft.com/office/officeart/2005/8/layout/list1"/>
    <dgm:cxn modelId="{DE19C776-BBC1-4674-8688-381FB89BAEF3}" type="presParOf" srcId="{5376779B-5DA4-4703-9ED0-D67E521EDECB}" destId="{28C2D485-9CDC-4979-9BBC-1C7239563D82}" srcOrd="1" destOrd="0" presId="urn:microsoft.com/office/officeart/2005/8/layout/list1"/>
    <dgm:cxn modelId="{85C08636-3B64-4A75-9D6D-BA8A0CDEA9D7}" type="presParOf" srcId="{AC7A4526-42EC-4019-A3C5-727905803269}" destId="{7E2EC89A-450E-4E6E-9E42-8F6D2D0FAD57}" srcOrd="13" destOrd="0" presId="urn:microsoft.com/office/officeart/2005/8/layout/list1"/>
    <dgm:cxn modelId="{83B47A19-19CB-40ED-9FAB-AF916555D488}" type="presParOf" srcId="{AC7A4526-42EC-4019-A3C5-727905803269}" destId="{C7FE4085-7850-44F3-B989-3BD98A3C18EE}"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235AFD5-0252-4803-911E-4C41017786B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388FFBE5-6E97-4226-ABC9-2AEDBC9A55F6}">
      <dgm:prSet/>
      <dgm:spPr/>
      <dgm:t>
        <a:bodyPr/>
        <a:lstStyle/>
        <a:p>
          <a:r>
            <a:rPr lang="en-SG" dirty="0"/>
            <a:t>Solr (pronounced </a:t>
          </a:r>
          <a:r>
            <a:rPr lang="en-SG" i="1" dirty="0"/>
            <a:t>solar)</a:t>
          </a:r>
          <a:r>
            <a:rPr lang="en-SG" dirty="0"/>
            <a:t>, is an enterprise-ready, blazingly fast, and highly scalable search platform built using Apache Lucene. </a:t>
          </a:r>
          <a:endParaRPr lang="en-US" dirty="0"/>
        </a:p>
      </dgm:t>
    </dgm:pt>
    <dgm:pt modelId="{46DAA8DB-B7B6-4BE3-8E13-C8468146FFFF}" type="parTrans" cxnId="{3EC70BBC-33D1-486F-86E9-7BD4F0DE5E97}">
      <dgm:prSet/>
      <dgm:spPr/>
      <dgm:t>
        <a:bodyPr/>
        <a:lstStyle/>
        <a:p>
          <a:endParaRPr lang="en-US"/>
        </a:p>
      </dgm:t>
    </dgm:pt>
    <dgm:pt modelId="{DF32220E-AD3C-42EC-AFCF-BEAB64544249}" type="sibTrans" cxnId="{3EC70BBC-33D1-486F-86E9-7BD4F0DE5E97}">
      <dgm:prSet/>
      <dgm:spPr/>
      <dgm:t>
        <a:bodyPr/>
        <a:lstStyle/>
        <a:p>
          <a:endParaRPr lang="en-US"/>
        </a:p>
      </dgm:t>
    </dgm:pt>
    <dgm:pt modelId="{AB216D0D-D7D6-42EE-BA4F-043DB10C7A64}">
      <dgm:prSet/>
      <dgm:spPr/>
      <dgm:t>
        <a:bodyPr/>
        <a:lstStyle/>
        <a:p>
          <a:r>
            <a:rPr lang="en-SG" dirty="0"/>
            <a:t>Solr is written in Java and runs as a stand-alone server. </a:t>
          </a:r>
          <a:endParaRPr lang="en-US" dirty="0"/>
        </a:p>
      </dgm:t>
    </dgm:pt>
    <dgm:pt modelId="{221D7ADB-9A9D-49EA-8871-93339C133F2B}" type="parTrans" cxnId="{8F55EED2-2C1F-4E47-B737-DB7594F0A2C2}">
      <dgm:prSet/>
      <dgm:spPr/>
      <dgm:t>
        <a:bodyPr/>
        <a:lstStyle/>
        <a:p>
          <a:endParaRPr lang="en-US"/>
        </a:p>
      </dgm:t>
    </dgm:pt>
    <dgm:pt modelId="{A0A884D1-E0BC-4983-ADBD-C5AE2F22E808}" type="sibTrans" cxnId="{8F55EED2-2C1F-4E47-B737-DB7594F0A2C2}">
      <dgm:prSet/>
      <dgm:spPr/>
      <dgm:t>
        <a:bodyPr/>
        <a:lstStyle/>
        <a:p>
          <a:endParaRPr lang="en-US"/>
        </a:p>
      </dgm:t>
    </dgm:pt>
    <dgm:pt modelId="{B0E56567-4409-45F7-B19D-0AFA4160F3EC}">
      <dgm:prSet/>
      <dgm:spPr/>
      <dgm:t>
        <a:bodyPr/>
        <a:lstStyle/>
        <a:p>
          <a:r>
            <a:rPr lang="en-SG" dirty="0"/>
            <a:t>Apache Lucene is a popular open-source search library written entirely in Java. </a:t>
          </a:r>
          <a:endParaRPr lang="en-US" dirty="0"/>
        </a:p>
      </dgm:t>
    </dgm:pt>
    <dgm:pt modelId="{BA9B8AB8-A527-46DE-95F8-DF5B0AFF62D0}" type="parTrans" cxnId="{B2AC275C-D58B-4499-8B69-34FEF73444E8}">
      <dgm:prSet/>
      <dgm:spPr/>
      <dgm:t>
        <a:bodyPr/>
        <a:lstStyle/>
        <a:p>
          <a:endParaRPr lang="en-US"/>
        </a:p>
      </dgm:t>
    </dgm:pt>
    <dgm:pt modelId="{898A773C-0019-4179-9560-32C33FD8ABD0}" type="sibTrans" cxnId="{B2AC275C-D58B-4499-8B69-34FEF73444E8}">
      <dgm:prSet/>
      <dgm:spPr/>
      <dgm:t>
        <a:bodyPr/>
        <a:lstStyle/>
        <a:p>
          <a:endParaRPr lang="en-US"/>
        </a:p>
      </dgm:t>
    </dgm:pt>
    <dgm:pt modelId="{D59EB382-43FA-4027-983B-EAE7674CF824}">
      <dgm:prSet/>
      <dgm:spPr/>
      <dgm:t>
        <a:bodyPr/>
        <a:lstStyle/>
        <a:p>
          <a:r>
            <a:rPr lang="en-SG"/>
            <a:t>It is widely used for indexing a large collection of documents and supporting full-text search.</a:t>
          </a:r>
          <a:endParaRPr lang="en-US"/>
        </a:p>
      </dgm:t>
    </dgm:pt>
    <dgm:pt modelId="{0E7CEB30-367A-4376-BFC1-CF8491F81954}" type="parTrans" cxnId="{3ECA4D6E-1901-4494-926C-0B0FF1830D01}">
      <dgm:prSet/>
      <dgm:spPr/>
      <dgm:t>
        <a:bodyPr/>
        <a:lstStyle/>
        <a:p>
          <a:endParaRPr lang="en-US"/>
        </a:p>
      </dgm:t>
    </dgm:pt>
    <dgm:pt modelId="{44F140BC-1315-4151-B366-EC0997A9A18D}" type="sibTrans" cxnId="{3ECA4D6E-1901-4494-926C-0B0FF1830D01}">
      <dgm:prSet/>
      <dgm:spPr/>
      <dgm:t>
        <a:bodyPr/>
        <a:lstStyle/>
        <a:p>
          <a:endParaRPr lang="en-US"/>
        </a:p>
      </dgm:t>
    </dgm:pt>
    <dgm:pt modelId="{23ED6657-F376-4098-9735-DA74D9FD1D60}" type="pres">
      <dgm:prSet presAssocID="{8235AFD5-0252-4803-911E-4C41017786BB}" presName="root" presStyleCnt="0">
        <dgm:presLayoutVars>
          <dgm:dir/>
          <dgm:resizeHandles val="exact"/>
        </dgm:presLayoutVars>
      </dgm:prSet>
      <dgm:spPr/>
    </dgm:pt>
    <dgm:pt modelId="{6C4858F4-EFFD-42EB-A8B1-EEF237F5CC0B}" type="pres">
      <dgm:prSet presAssocID="{388FFBE5-6E97-4226-ABC9-2AEDBC9A55F6}" presName="compNode" presStyleCnt="0"/>
      <dgm:spPr/>
    </dgm:pt>
    <dgm:pt modelId="{639C84A9-9DDC-4A71-BDA6-440A4C2B56D9}" type="pres">
      <dgm:prSet presAssocID="{388FFBE5-6E97-4226-ABC9-2AEDBC9A55F6}" presName="bgRect" presStyleLbl="bgShp" presStyleIdx="0" presStyleCnt="3"/>
      <dgm:spPr/>
    </dgm:pt>
    <dgm:pt modelId="{510157A7-B9CE-4A05-9EA4-DCF5361F936C}" type="pres">
      <dgm:prSet presAssocID="{388FFBE5-6E97-4226-ABC9-2AEDBC9A55F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F496D74D-0EB3-47EC-B889-D0223029C82E}" type="pres">
      <dgm:prSet presAssocID="{388FFBE5-6E97-4226-ABC9-2AEDBC9A55F6}" presName="spaceRect" presStyleCnt="0"/>
      <dgm:spPr/>
    </dgm:pt>
    <dgm:pt modelId="{F07BEAAD-7B09-4DB3-A589-6C9AEC7D83CD}" type="pres">
      <dgm:prSet presAssocID="{388FFBE5-6E97-4226-ABC9-2AEDBC9A55F6}" presName="parTx" presStyleLbl="revTx" presStyleIdx="0" presStyleCnt="4">
        <dgm:presLayoutVars>
          <dgm:chMax val="0"/>
          <dgm:chPref val="0"/>
        </dgm:presLayoutVars>
      </dgm:prSet>
      <dgm:spPr/>
    </dgm:pt>
    <dgm:pt modelId="{FEAECD8A-CDB5-4D58-9A3D-486F3DA01F5C}" type="pres">
      <dgm:prSet presAssocID="{DF32220E-AD3C-42EC-AFCF-BEAB64544249}" presName="sibTrans" presStyleCnt="0"/>
      <dgm:spPr/>
    </dgm:pt>
    <dgm:pt modelId="{1FA37F72-9E14-4D5E-B099-0A484E0EC359}" type="pres">
      <dgm:prSet presAssocID="{AB216D0D-D7D6-42EE-BA4F-043DB10C7A64}" presName="compNode" presStyleCnt="0"/>
      <dgm:spPr/>
    </dgm:pt>
    <dgm:pt modelId="{FA2C1529-729C-45F8-A740-4FFF92829EB9}" type="pres">
      <dgm:prSet presAssocID="{AB216D0D-D7D6-42EE-BA4F-043DB10C7A64}" presName="bgRect" presStyleLbl="bgShp" presStyleIdx="1" presStyleCnt="3"/>
      <dgm:spPr/>
    </dgm:pt>
    <dgm:pt modelId="{7E8867BE-657D-465C-9C27-1347283F1C6C}" type="pres">
      <dgm:prSet presAssocID="{AB216D0D-D7D6-42EE-BA4F-043DB10C7A6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20C8677E-7AB9-4E12-B82F-E73280C9891C}" type="pres">
      <dgm:prSet presAssocID="{AB216D0D-D7D6-42EE-BA4F-043DB10C7A64}" presName="spaceRect" presStyleCnt="0"/>
      <dgm:spPr/>
    </dgm:pt>
    <dgm:pt modelId="{E8B5CC6F-B2EA-4576-AF22-FD999E38D7F7}" type="pres">
      <dgm:prSet presAssocID="{AB216D0D-D7D6-42EE-BA4F-043DB10C7A64}" presName="parTx" presStyleLbl="revTx" presStyleIdx="1" presStyleCnt="4">
        <dgm:presLayoutVars>
          <dgm:chMax val="0"/>
          <dgm:chPref val="0"/>
        </dgm:presLayoutVars>
      </dgm:prSet>
      <dgm:spPr/>
    </dgm:pt>
    <dgm:pt modelId="{ED5CAB36-9F4C-410B-B17B-0138B2F57C91}" type="pres">
      <dgm:prSet presAssocID="{A0A884D1-E0BC-4983-ADBD-C5AE2F22E808}" presName="sibTrans" presStyleCnt="0"/>
      <dgm:spPr/>
    </dgm:pt>
    <dgm:pt modelId="{6E05D899-5AC1-40ED-B546-5AA4301323BA}" type="pres">
      <dgm:prSet presAssocID="{B0E56567-4409-45F7-B19D-0AFA4160F3EC}" presName="compNode" presStyleCnt="0"/>
      <dgm:spPr/>
    </dgm:pt>
    <dgm:pt modelId="{C814B0AE-437B-4A70-BD5F-9CACEA5850E3}" type="pres">
      <dgm:prSet presAssocID="{B0E56567-4409-45F7-B19D-0AFA4160F3EC}" presName="bgRect" presStyleLbl="bgShp" presStyleIdx="2" presStyleCnt="3"/>
      <dgm:spPr/>
    </dgm:pt>
    <dgm:pt modelId="{F9C3DC93-316A-4A5C-998B-F660D4D7F73A}" type="pres">
      <dgm:prSet presAssocID="{B0E56567-4409-45F7-B19D-0AFA4160F3E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gnifying glass"/>
        </a:ext>
      </dgm:extLst>
    </dgm:pt>
    <dgm:pt modelId="{04227895-483D-47E5-9B96-31EA7C60090B}" type="pres">
      <dgm:prSet presAssocID="{B0E56567-4409-45F7-B19D-0AFA4160F3EC}" presName="spaceRect" presStyleCnt="0"/>
      <dgm:spPr/>
    </dgm:pt>
    <dgm:pt modelId="{222CB8B6-9939-47DB-A743-BF9DF1F1D0F2}" type="pres">
      <dgm:prSet presAssocID="{B0E56567-4409-45F7-B19D-0AFA4160F3EC}" presName="parTx" presStyleLbl="revTx" presStyleIdx="2" presStyleCnt="4">
        <dgm:presLayoutVars>
          <dgm:chMax val="0"/>
          <dgm:chPref val="0"/>
        </dgm:presLayoutVars>
      </dgm:prSet>
      <dgm:spPr/>
    </dgm:pt>
    <dgm:pt modelId="{42A474EA-9B29-4121-B4DF-3BCDF0080F39}" type="pres">
      <dgm:prSet presAssocID="{B0E56567-4409-45F7-B19D-0AFA4160F3EC}" presName="desTx" presStyleLbl="revTx" presStyleIdx="3" presStyleCnt="4">
        <dgm:presLayoutVars/>
      </dgm:prSet>
      <dgm:spPr/>
    </dgm:pt>
  </dgm:ptLst>
  <dgm:cxnLst>
    <dgm:cxn modelId="{B2AC275C-D58B-4499-8B69-34FEF73444E8}" srcId="{8235AFD5-0252-4803-911E-4C41017786BB}" destId="{B0E56567-4409-45F7-B19D-0AFA4160F3EC}" srcOrd="2" destOrd="0" parTransId="{BA9B8AB8-A527-46DE-95F8-DF5B0AFF62D0}" sibTransId="{898A773C-0019-4179-9560-32C33FD8ABD0}"/>
    <dgm:cxn modelId="{F9BB0143-770B-42E8-873C-EE73A177988B}" type="presOf" srcId="{D59EB382-43FA-4027-983B-EAE7674CF824}" destId="{42A474EA-9B29-4121-B4DF-3BCDF0080F39}" srcOrd="0" destOrd="0" presId="urn:microsoft.com/office/officeart/2018/2/layout/IconVerticalSolidList"/>
    <dgm:cxn modelId="{3ECA4D6E-1901-4494-926C-0B0FF1830D01}" srcId="{B0E56567-4409-45F7-B19D-0AFA4160F3EC}" destId="{D59EB382-43FA-4027-983B-EAE7674CF824}" srcOrd="0" destOrd="0" parTransId="{0E7CEB30-367A-4376-BFC1-CF8491F81954}" sibTransId="{44F140BC-1315-4151-B366-EC0997A9A18D}"/>
    <dgm:cxn modelId="{0FD97275-45A9-4FDC-8DD4-C37B4F264A4E}" type="presOf" srcId="{AB216D0D-D7D6-42EE-BA4F-043DB10C7A64}" destId="{E8B5CC6F-B2EA-4576-AF22-FD999E38D7F7}" srcOrd="0" destOrd="0" presId="urn:microsoft.com/office/officeart/2018/2/layout/IconVerticalSolidList"/>
    <dgm:cxn modelId="{8D2AEF75-7496-4829-BC70-8BEB70446794}" type="presOf" srcId="{B0E56567-4409-45F7-B19D-0AFA4160F3EC}" destId="{222CB8B6-9939-47DB-A743-BF9DF1F1D0F2}" srcOrd="0" destOrd="0" presId="urn:microsoft.com/office/officeart/2018/2/layout/IconVerticalSolidList"/>
    <dgm:cxn modelId="{91CCBC8E-806A-4577-B383-F538D4CACFC7}" type="presOf" srcId="{388FFBE5-6E97-4226-ABC9-2AEDBC9A55F6}" destId="{F07BEAAD-7B09-4DB3-A589-6C9AEC7D83CD}" srcOrd="0" destOrd="0" presId="urn:microsoft.com/office/officeart/2018/2/layout/IconVerticalSolidList"/>
    <dgm:cxn modelId="{B345159B-7E2E-4DD1-B988-98DB1425A19A}" type="presOf" srcId="{8235AFD5-0252-4803-911E-4C41017786BB}" destId="{23ED6657-F376-4098-9735-DA74D9FD1D60}" srcOrd="0" destOrd="0" presId="urn:microsoft.com/office/officeart/2018/2/layout/IconVerticalSolidList"/>
    <dgm:cxn modelId="{3EC70BBC-33D1-486F-86E9-7BD4F0DE5E97}" srcId="{8235AFD5-0252-4803-911E-4C41017786BB}" destId="{388FFBE5-6E97-4226-ABC9-2AEDBC9A55F6}" srcOrd="0" destOrd="0" parTransId="{46DAA8DB-B7B6-4BE3-8E13-C8468146FFFF}" sibTransId="{DF32220E-AD3C-42EC-AFCF-BEAB64544249}"/>
    <dgm:cxn modelId="{8F55EED2-2C1F-4E47-B737-DB7594F0A2C2}" srcId="{8235AFD5-0252-4803-911E-4C41017786BB}" destId="{AB216D0D-D7D6-42EE-BA4F-043DB10C7A64}" srcOrd="1" destOrd="0" parTransId="{221D7ADB-9A9D-49EA-8871-93339C133F2B}" sibTransId="{A0A884D1-E0BC-4983-ADBD-C5AE2F22E808}"/>
    <dgm:cxn modelId="{0F545E13-5594-4C34-B6BC-B6C644D630CA}" type="presParOf" srcId="{23ED6657-F376-4098-9735-DA74D9FD1D60}" destId="{6C4858F4-EFFD-42EB-A8B1-EEF237F5CC0B}" srcOrd="0" destOrd="0" presId="urn:microsoft.com/office/officeart/2018/2/layout/IconVerticalSolidList"/>
    <dgm:cxn modelId="{FDF0534C-8C8B-429A-9E30-7B95AEB48CB0}" type="presParOf" srcId="{6C4858F4-EFFD-42EB-A8B1-EEF237F5CC0B}" destId="{639C84A9-9DDC-4A71-BDA6-440A4C2B56D9}" srcOrd="0" destOrd="0" presId="urn:microsoft.com/office/officeart/2018/2/layout/IconVerticalSolidList"/>
    <dgm:cxn modelId="{B6107E0A-8BDD-446F-AD59-30DAC38995F7}" type="presParOf" srcId="{6C4858F4-EFFD-42EB-A8B1-EEF237F5CC0B}" destId="{510157A7-B9CE-4A05-9EA4-DCF5361F936C}" srcOrd="1" destOrd="0" presId="urn:microsoft.com/office/officeart/2018/2/layout/IconVerticalSolidList"/>
    <dgm:cxn modelId="{A843D460-420E-4681-8C90-E5784C3D3626}" type="presParOf" srcId="{6C4858F4-EFFD-42EB-A8B1-EEF237F5CC0B}" destId="{F496D74D-0EB3-47EC-B889-D0223029C82E}" srcOrd="2" destOrd="0" presId="urn:microsoft.com/office/officeart/2018/2/layout/IconVerticalSolidList"/>
    <dgm:cxn modelId="{E1EA767C-1A65-4B63-A10A-E60F44C019A9}" type="presParOf" srcId="{6C4858F4-EFFD-42EB-A8B1-EEF237F5CC0B}" destId="{F07BEAAD-7B09-4DB3-A589-6C9AEC7D83CD}" srcOrd="3" destOrd="0" presId="urn:microsoft.com/office/officeart/2018/2/layout/IconVerticalSolidList"/>
    <dgm:cxn modelId="{5E339EFE-D1EA-4FC4-8865-E7EE890BDFE3}" type="presParOf" srcId="{23ED6657-F376-4098-9735-DA74D9FD1D60}" destId="{FEAECD8A-CDB5-4D58-9A3D-486F3DA01F5C}" srcOrd="1" destOrd="0" presId="urn:microsoft.com/office/officeart/2018/2/layout/IconVerticalSolidList"/>
    <dgm:cxn modelId="{95701498-0754-4273-8414-8DD7C135D80B}" type="presParOf" srcId="{23ED6657-F376-4098-9735-DA74D9FD1D60}" destId="{1FA37F72-9E14-4D5E-B099-0A484E0EC359}" srcOrd="2" destOrd="0" presId="urn:microsoft.com/office/officeart/2018/2/layout/IconVerticalSolidList"/>
    <dgm:cxn modelId="{29F3DA95-C768-48C2-9A87-0A37C6FF71DB}" type="presParOf" srcId="{1FA37F72-9E14-4D5E-B099-0A484E0EC359}" destId="{FA2C1529-729C-45F8-A740-4FFF92829EB9}" srcOrd="0" destOrd="0" presId="urn:microsoft.com/office/officeart/2018/2/layout/IconVerticalSolidList"/>
    <dgm:cxn modelId="{71E70D11-63A5-4766-BAFF-3E26F5C2B5E3}" type="presParOf" srcId="{1FA37F72-9E14-4D5E-B099-0A484E0EC359}" destId="{7E8867BE-657D-465C-9C27-1347283F1C6C}" srcOrd="1" destOrd="0" presId="urn:microsoft.com/office/officeart/2018/2/layout/IconVerticalSolidList"/>
    <dgm:cxn modelId="{2AD5A537-07C9-4621-AB6E-D3CA15ED4732}" type="presParOf" srcId="{1FA37F72-9E14-4D5E-B099-0A484E0EC359}" destId="{20C8677E-7AB9-4E12-B82F-E73280C9891C}" srcOrd="2" destOrd="0" presId="urn:microsoft.com/office/officeart/2018/2/layout/IconVerticalSolidList"/>
    <dgm:cxn modelId="{8F4323B4-BCEF-44B5-A1A3-CB9BC781AEC1}" type="presParOf" srcId="{1FA37F72-9E14-4D5E-B099-0A484E0EC359}" destId="{E8B5CC6F-B2EA-4576-AF22-FD999E38D7F7}" srcOrd="3" destOrd="0" presId="urn:microsoft.com/office/officeart/2018/2/layout/IconVerticalSolidList"/>
    <dgm:cxn modelId="{D767BC02-FC1E-45DF-B134-F657B4FCE23E}" type="presParOf" srcId="{23ED6657-F376-4098-9735-DA74D9FD1D60}" destId="{ED5CAB36-9F4C-410B-B17B-0138B2F57C91}" srcOrd="3" destOrd="0" presId="urn:microsoft.com/office/officeart/2018/2/layout/IconVerticalSolidList"/>
    <dgm:cxn modelId="{5BE8FDB0-290F-469B-B5C5-F11429348C7A}" type="presParOf" srcId="{23ED6657-F376-4098-9735-DA74D9FD1D60}" destId="{6E05D899-5AC1-40ED-B546-5AA4301323BA}" srcOrd="4" destOrd="0" presId="urn:microsoft.com/office/officeart/2018/2/layout/IconVerticalSolidList"/>
    <dgm:cxn modelId="{AABED2CF-5274-45E9-99B9-EE2EE263A915}" type="presParOf" srcId="{6E05D899-5AC1-40ED-B546-5AA4301323BA}" destId="{C814B0AE-437B-4A70-BD5F-9CACEA5850E3}" srcOrd="0" destOrd="0" presId="urn:microsoft.com/office/officeart/2018/2/layout/IconVerticalSolidList"/>
    <dgm:cxn modelId="{0D8249C1-0574-4E31-B30F-B70D2DC3660D}" type="presParOf" srcId="{6E05D899-5AC1-40ED-B546-5AA4301323BA}" destId="{F9C3DC93-316A-4A5C-998B-F660D4D7F73A}" srcOrd="1" destOrd="0" presId="urn:microsoft.com/office/officeart/2018/2/layout/IconVerticalSolidList"/>
    <dgm:cxn modelId="{52197742-9281-4264-85A7-74A629229E9C}" type="presParOf" srcId="{6E05D899-5AC1-40ED-B546-5AA4301323BA}" destId="{04227895-483D-47E5-9B96-31EA7C60090B}" srcOrd="2" destOrd="0" presId="urn:microsoft.com/office/officeart/2018/2/layout/IconVerticalSolidList"/>
    <dgm:cxn modelId="{35656473-A68C-4AEA-BC80-6259555AEC4B}" type="presParOf" srcId="{6E05D899-5AC1-40ED-B546-5AA4301323BA}" destId="{222CB8B6-9939-47DB-A743-BF9DF1F1D0F2}" srcOrd="3" destOrd="0" presId="urn:microsoft.com/office/officeart/2018/2/layout/IconVerticalSolidList"/>
    <dgm:cxn modelId="{6F003590-A3D1-4674-BD23-6B1E0DCD018F}" type="presParOf" srcId="{6E05D899-5AC1-40ED-B546-5AA4301323BA}" destId="{42A474EA-9B29-4121-B4DF-3BCDF0080F39}"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420C405-A4E1-4622-9B95-317A02A5FDA0}"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53A1DF8-A7FD-4227-A2EC-CE66A234FCB4}">
      <dgm:prSet/>
      <dgm:spPr/>
      <dgm:t>
        <a:bodyPr/>
        <a:lstStyle/>
        <a:p>
          <a:pPr>
            <a:lnSpc>
              <a:spcPct val="100000"/>
            </a:lnSpc>
            <a:defRPr b="1"/>
          </a:pPr>
          <a:r>
            <a:rPr lang="en-SG" i="1" dirty="0"/>
            <a:t>Solr 1.x:</a:t>
          </a:r>
          <a:r>
            <a:rPr lang="en-SG" dirty="0"/>
            <a:t> This was an enterprise-ready version of the product. </a:t>
          </a:r>
          <a:endParaRPr lang="en-US" dirty="0"/>
        </a:p>
      </dgm:t>
    </dgm:pt>
    <dgm:pt modelId="{CB374CC0-72ED-409D-A9FD-D0EBCCC5F3F1}" type="parTrans" cxnId="{008C353C-273E-4E42-8CFA-AC8C1DC95E1E}">
      <dgm:prSet/>
      <dgm:spPr/>
      <dgm:t>
        <a:bodyPr/>
        <a:lstStyle/>
        <a:p>
          <a:endParaRPr lang="en-US"/>
        </a:p>
      </dgm:t>
    </dgm:pt>
    <dgm:pt modelId="{469687FB-2682-4608-88E9-A29423B2F4E7}" type="sibTrans" cxnId="{008C353C-273E-4E42-8CFA-AC8C1DC95E1E}">
      <dgm:prSet/>
      <dgm:spPr/>
      <dgm:t>
        <a:bodyPr/>
        <a:lstStyle/>
        <a:p>
          <a:endParaRPr lang="en-US"/>
        </a:p>
      </dgm:t>
    </dgm:pt>
    <dgm:pt modelId="{F91E9F6D-3E78-4C9E-9048-84EA814310E4}">
      <dgm:prSet/>
      <dgm:spPr/>
      <dgm:t>
        <a:bodyPr/>
        <a:lstStyle/>
        <a:p>
          <a:pPr>
            <a:lnSpc>
              <a:spcPct val="100000"/>
            </a:lnSpc>
          </a:pPr>
          <a:r>
            <a:rPr lang="en-SG" dirty="0"/>
            <a:t>Solr 1.3 was released in January 2007. Solr 1.4 was released in November 2009 with enhancements to indexing, searching, replication, and rich document indexing and better database integration.</a:t>
          </a:r>
          <a:endParaRPr lang="en-US" dirty="0"/>
        </a:p>
      </dgm:t>
    </dgm:pt>
    <dgm:pt modelId="{69564CF7-6A07-4F97-BB16-9D18C2E23FA7}" type="parTrans" cxnId="{1B9ACDFD-AE22-4983-B68B-5A022ED397DC}">
      <dgm:prSet/>
      <dgm:spPr/>
      <dgm:t>
        <a:bodyPr/>
        <a:lstStyle/>
        <a:p>
          <a:endParaRPr lang="en-US"/>
        </a:p>
      </dgm:t>
    </dgm:pt>
    <dgm:pt modelId="{6F9DEC9E-D44F-4F24-B0BA-AB5EC8A5486C}" type="sibTrans" cxnId="{1B9ACDFD-AE22-4983-B68B-5A022ED397DC}">
      <dgm:prSet/>
      <dgm:spPr/>
      <dgm:t>
        <a:bodyPr/>
        <a:lstStyle/>
        <a:p>
          <a:endParaRPr lang="en-US"/>
        </a:p>
      </dgm:t>
    </dgm:pt>
    <dgm:pt modelId="{ACC11266-B475-40F9-A45D-6531844D4123}">
      <dgm:prSet/>
      <dgm:spPr/>
      <dgm:t>
        <a:bodyPr/>
        <a:lstStyle/>
        <a:p>
          <a:pPr>
            <a:lnSpc>
              <a:spcPct val="100000"/>
            </a:lnSpc>
            <a:defRPr b="1"/>
          </a:pPr>
          <a:r>
            <a:rPr lang="en-SG" i="1" dirty="0"/>
            <a:t>Solr 3.x:</a:t>
          </a:r>
          <a:r>
            <a:rPr lang="en-SG" dirty="0"/>
            <a:t> In March 2011, development of Solr and Lucene projects merged, so there was no 2.x version of Solr. </a:t>
          </a:r>
          <a:endParaRPr lang="en-US" dirty="0"/>
        </a:p>
      </dgm:t>
    </dgm:pt>
    <dgm:pt modelId="{2D4D7089-DD46-4D6C-A47A-1B7585296E48}" type="parTrans" cxnId="{505091BB-0D3B-4E1B-ABCE-F8227FDC8129}">
      <dgm:prSet/>
      <dgm:spPr/>
      <dgm:t>
        <a:bodyPr/>
        <a:lstStyle/>
        <a:p>
          <a:endParaRPr lang="en-US"/>
        </a:p>
      </dgm:t>
    </dgm:pt>
    <dgm:pt modelId="{AC9BC704-F750-42C9-9C13-F71673367A16}" type="sibTrans" cxnId="{505091BB-0D3B-4E1B-ABCE-F8227FDC8129}">
      <dgm:prSet/>
      <dgm:spPr/>
      <dgm:t>
        <a:bodyPr/>
        <a:lstStyle/>
        <a:p>
          <a:endParaRPr lang="en-US"/>
        </a:p>
      </dgm:t>
    </dgm:pt>
    <dgm:pt modelId="{942164A0-F710-4FA8-88F4-118FC5CBEE51}">
      <dgm:prSet/>
      <dgm:spPr/>
      <dgm:t>
        <a:bodyPr/>
        <a:lstStyle/>
        <a:p>
          <a:pPr>
            <a:lnSpc>
              <a:spcPct val="100000"/>
            </a:lnSpc>
          </a:pPr>
          <a:r>
            <a:rPr lang="en-SG" dirty="0"/>
            <a:t>The next release of Solr was directly </a:t>
          </a:r>
          <a:r>
            <a:rPr lang="en-SG" dirty="0" err="1"/>
            <a:t>labeled</a:t>
          </a:r>
          <a:r>
            <a:rPr lang="en-SG" dirty="0"/>
            <a:t> 3.1 to match the Lucene version. Solr 3.x was focused on feature additions such as spatial search, and integrations such as UIMA for processing pipelines, Velocity for the UI, and so on.</a:t>
          </a:r>
          <a:endParaRPr lang="en-US" dirty="0"/>
        </a:p>
      </dgm:t>
    </dgm:pt>
    <dgm:pt modelId="{4F6577AD-5743-412B-AA05-0DF8DA426060}" type="parTrans" cxnId="{345DE0FE-71B4-4AE5-949B-F48F230AFF04}">
      <dgm:prSet/>
      <dgm:spPr/>
      <dgm:t>
        <a:bodyPr/>
        <a:lstStyle/>
        <a:p>
          <a:endParaRPr lang="en-US"/>
        </a:p>
      </dgm:t>
    </dgm:pt>
    <dgm:pt modelId="{0A6BAEDB-3344-48BD-A0CB-3EE186645527}" type="sibTrans" cxnId="{345DE0FE-71B4-4AE5-949B-F48F230AFF04}">
      <dgm:prSet/>
      <dgm:spPr/>
      <dgm:t>
        <a:bodyPr/>
        <a:lstStyle/>
        <a:p>
          <a:endParaRPr lang="en-US"/>
        </a:p>
      </dgm:t>
    </dgm:pt>
    <dgm:pt modelId="{FADB9A6D-A081-45B8-BEAC-037BA341BB81}">
      <dgm:prSet/>
      <dgm:spPr/>
      <dgm:t>
        <a:bodyPr/>
        <a:lstStyle/>
        <a:p>
          <a:pPr>
            <a:lnSpc>
              <a:spcPct val="100000"/>
            </a:lnSpc>
            <a:defRPr b="1"/>
          </a:pPr>
          <a:r>
            <a:rPr lang="en-SG" i="1" dirty="0"/>
            <a:t>Solr 4.x:</a:t>
          </a:r>
          <a:r>
            <a:rPr lang="en-SG" dirty="0"/>
            <a:t> Solr 4.0 was primarily about distributed search and about </a:t>
          </a:r>
          <a:r>
            <a:rPr lang="en-SG" dirty="0" err="1"/>
            <a:t>SolrCloud</a:t>
          </a:r>
          <a:r>
            <a:rPr lang="en-SG" dirty="0"/>
            <a:t> making Solr even more reliable, fault-tolerant, and scalable.</a:t>
          </a:r>
          <a:endParaRPr lang="en-US" dirty="0"/>
        </a:p>
      </dgm:t>
    </dgm:pt>
    <dgm:pt modelId="{10BBE51C-3526-4F7C-ADB3-F1F346B9125F}" type="parTrans" cxnId="{99267174-A6A4-4FF1-890D-51F2940304A3}">
      <dgm:prSet/>
      <dgm:spPr/>
      <dgm:t>
        <a:bodyPr/>
        <a:lstStyle/>
        <a:p>
          <a:endParaRPr lang="en-US"/>
        </a:p>
      </dgm:t>
    </dgm:pt>
    <dgm:pt modelId="{C72EB474-22B6-4B3B-B222-BCFECDAA2A16}" type="sibTrans" cxnId="{99267174-A6A4-4FF1-890D-51F2940304A3}">
      <dgm:prSet/>
      <dgm:spPr/>
      <dgm:t>
        <a:bodyPr/>
        <a:lstStyle/>
        <a:p>
          <a:endParaRPr lang="en-US"/>
        </a:p>
      </dgm:t>
    </dgm:pt>
    <dgm:pt modelId="{CB234E35-5062-473A-B5E7-13D764F3C1AC}">
      <dgm:prSet/>
      <dgm:spPr/>
      <dgm:t>
        <a:bodyPr/>
        <a:lstStyle/>
        <a:p>
          <a:pPr>
            <a:lnSpc>
              <a:spcPct val="100000"/>
            </a:lnSpc>
            <a:defRPr b="1"/>
          </a:pPr>
          <a:r>
            <a:rPr lang="en-SG" i="1" dirty="0"/>
            <a:t>Solr 5.x:</a:t>
          </a:r>
          <a:r>
            <a:rPr lang="en-SG" dirty="0"/>
            <a:t> Solr 5.0 was released in February 2015 with a focus on ease of use and hardening. </a:t>
          </a:r>
          <a:endParaRPr lang="en-US" dirty="0"/>
        </a:p>
      </dgm:t>
    </dgm:pt>
    <dgm:pt modelId="{9918449C-B56B-4B24-B578-CD10198F3C49}" type="parTrans" cxnId="{93A0BA2A-BF9C-4803-84C4-5E5D151DA168}">
      <dgm:prSet/>
      <dgm:spPr/>
      <dgm:t>
        <a:bodyPr/>
        <a:lstStyle/>
        <a:p>
          <a:endParaRPr lang="en-US"/>
        </a:p>
      </dgm:t>
    </dgm:pt>
    <dgm:pt modelId="{DB443D9B-93BF-4607-A645-C4EE78273A7E}" type="sibTrans" cxnId="{93A0BA2A-BF9C-4803-84C4-5E5D151DA168}">
      <dgm:prSet/>
      <dgm:spPr/>
      <dgm:t>
        <a:bodyPr/>
        <a:lstStyle/>
        <a:p>
          <a:endParaRPr lang="en-US"/>
        </a:p>
      </dgm:t>
    </dgm:pt>
    <dgm:pt modelId="{2899244F-5FE6-46D0-9148-136E444B430E}">
      <dgm:prSet/>
      <dgm:spPr/>
      <dgm:t>
        <a:bodyPr/>
        <a:lstStyle/>
        <a:p>
          <a:pPr>
            <a:lnSpc>
              <a:spcPct val="100000"/>
            </a:lnSpc>
          </a:pPr>
          <a:r>
            <a:rPr lang="en-SG" dirty="0"/>
            <a:t>Recent releases have focused on security, analytics and extending the APIs. Refer to the next section for details.</a:t>
          </a:r>
          <a:endParaRPr lang="en-US" dirty="0"/>
        </a:p>
      </dgm:t>
    </dgm:pt>
    <dgm:pt modelId="{B89CF6DB-C6E8-4551-9E16-EF256EF02399}" type="parTrans" cxnId="{F5FFE98F-F36E-485D-BD0D-86D65D58A4A0}">
      <dgm:prSet/>
      <dgm:spPr/>
      <dgm:t>
        <a:bodyPr/>
        <a:lstStyle/>
        <a:p>
          <a:endParaRPr lang="en-US"/>
        </a:p>
      </dgm:t>
    </dgm:pt>
    <dgm:pt modelId="{C5C0F8B5-2E83-491C-8ABD-5A069E3E4324}" type="sibTrans" cxnId="{F5FFE98F-F36E-485D-BD0D-86D65D58A4A0}">
      <dgm:prSet/>
      <dgm:spPr/>
      <dgm:t>
        <a:bodyPr/>
        <a:lstStyle/>
        <a:p>
          <a:endParaRPr lang="en-US"/>
        </a:p>
      </dgm:t>
    </dgm:pt>
    <dgm:pt modelId="{AE3FDAD7-EF46-4653-9C8B-9C704591F12A}">
      <dgm:prSet/>
      <dgm:spPr/>
      <dgm:t>
        <a:bodyPr/>
        <a:lstStyle/>
        <a:p>
          <a:pPr>
            <a:lnSpc>
              <a:spcPct val="100000"/>
            </a:lnSpc>
            <a:defRPr b="1"/>
          </a:pPr>
          <a:r>
            <a:rPr lang="en-SG" dirty="0"/>
            <a:t>Most recent Apache Solr 8.5.1 (May 2020)</a:t>
          </a:r>
          <a:endParaRPr lang="en-US" dirty="0"/>
        </a:p>
      </dgm:t>
    </dgm:pt>
    <dgm:pt modelId="{A1C0AA18-1F45-420F-B3D2-BF26349E43ED}" type="parTrans" cxnId="{8EA8AA14-835D-42A5-9DE9-6616CCF95ADF}">
      <dgm:prSet/>
      <dgm:spPr/>
      <dgm:t>
        <a:bodyPr/>
        <a:lstStyle/>
        <a:p>
          <a:endParaRPr lang="en-US"/>
        </a:p>
      </dgm:t>
    </dgm:pt>
    <dgm:pt modelId="{193B397A-2ADE-4EC9-91A3-9C55B833A131}" type="sibTrans" cxnId="{8EA8AA14-835D-42A5-9DE9-6616CCF95ADF}">
      <dgm:prSet/>
      <dgm:spPr/>
      <dgm:t>
        <a:bodyPr/>
        <a:lstStyle/>
        <a:p>
          <a:endParaRPr lang="en-US"/>
        </a:p>
      </dgm:t>
    </dgm:pt>
    <dgm:pt modelId="{A66A5D11-F69E-4AA1-90CA-7153B9E3837D}">
      <dgm:prSet/>
      <dgm:spPr/>
      <dgm:t>
        <a:bodyPr/>
        <a:lstStyle/>
        <a:p>
          <a:pPr>
            <a:lnSpc>
              <a:spcPct val="100000"/>
            </a:lnSpc>
          </a:pPr>
          <a:r>
            <a:rPr lang="en-MY" b="0" i="0" dirty="0"/>
            <a:t>In March 2019</a:t>
          </a:r>
        </a:p>
        <a:p>
          <a:pPr>
            <a:lnSpc>
              <a:spcPct val="100000"/>
            </a:lnSpc>
          </a:pPr>
          <a:r>
            <a:rPr lang="en-US" b="0" i="0" dirty="0" err="1"/>
            <a:t>Solr</a:t>
          </a:r>
          <a:r>
            <a:rPr lang="en-US" b="0" i="0" dirty="0"/>
            <a:t> nodes can now listen and serve HTTP/2 requests</a:t>
          </a:r>
          <a:endParaRPr lang="en-US" dirty="0"/>
        </a:p>
      </dgm:t>
    </dgm:pt>
    <dgm:pt modelId="{77287F0A-0BDB-4DFA-A8C1-33A70867AF7A}" type="parTrans" cxnId="{DF151F6C-BFA8-4834-A80D-895371072CD6}">
      <dgm:prSet/>
      <dgm:spPr/>
      <dgm:t>
        <a:bodyPr/>
        <a:lstStyle/>
        <a:p>
          <a:endParaRPr lang="ms-MY"/>
        </a:p>
      </dgm:t>
    </dgm:pt>
    <dgm:pt modelId="{A3ED7B30-CFE8-4FB1-ADDE-DEA809922543}" type="sibTrans" cxnId="{DF151F6C-BFA8-4834-A80D-895371072CD6}">
      <dgm:prSet/>
      <dgm:spPr/>
      <dgm:t>
        <a:bodyPr/>
        <a:lstStyle/>
        <a:p>
          <a:endParaRPr lang="ms-MY"/>
        </a:p>
      </dgm:t>
    </dgm:pt>
    <dgm:pt modelId="{C0D73185-314C-44FD-9BAE-068F86094E17}">
      <dgm:prSet/>
      <dgm:spPr/>
      <dgm:t>
        <a:bodyPr/>
        <a:lstStyle/>
        <a:p>
          <a:pPr>
            <a:lnSpc>
              <a:spcPct val="100000"/>
            </a:lnSpc>
            <a:defRPr b="1"/>
          </a:pPr>
          <a:r>
            <a:rPr lang="en-MY" b="0" i="0" dirty="0" err="1"/>
            <a:t>Solr</a:t>
          </a:r>
          <a:r>
            <a:rPr lang="en-MY" b="0" i="0" dirty="0"/>
            <a:t> 7.0 released in Sept 2017</a:t>
          </a:r>
          <a:endParaRPr lang="en-US" dirty="0"/>
        </a:p>
      </dgm:t>
    </dgm:pt>
    <dgm:pt modelId="{2F5AEEC8-EE77-47FE-9165-4E3D62AC6CB4}" type="parTrans" cxnId="{7D46DA18-C6DA-403D-8DD8-A6F4CD543C12}">
      <dgm:prSet/>
      <dgm:spPr/>
      <dgm:t>
        <a:bodyPr/>
        <a:lstStyle/>
        <a:p>
          <a:endParaRPr lang="ms-MY"/>
        </a:p>
      </dgm:t>
    </dgm:pt>
    <dgm:pt modelId="{EC38E890-407A-4692-B757-3E2FE2702957}" type="sibTrans" cxnId="{7D46DA18-C6DA-403D-8DD8-A6F4CD543C12}">
      <dgm:prSet/>
      <dgm:spPr/>
      <dgm:t>
        <a:bodyPr/>
        <a:lstStyle/>
        <a:p>
          <a:endParaRPr lang="ms-MY"/>
        </a:p>
      </dgm:t>
    </dgm:pt>
    <dgm:pt modelId="{D3D3B2F2-1D31-4910-A658-0C437199F0DD}">
      <dgm:prSet/>
      <dgm:spPr/>
      <dgm:t>
        <a:bodyPr/>
        <a:lstStyle/>
        <a:p>
          <a:pPr>
            <a:lnSpc>
              <a:spcPct val="100000"/>
            </a:lnSpc>
          </a:pPr>
          <a:r>
            <a:rPr lang="en-US" b="0" i="0"/>
            <a:t>dded support multiple replica types, auto-scaling, and a Math engine.</a:t>
          </a:r>
          <a:endParaRPr lang="en-US" dirty="0"/>
        </a:p>
      </dgm:t>
    </dgm:pt>
    <dgm:pt modelId="{24EC59A6-7FEC-450F-8BA0-6C77BE4D085B}" type="parTrans" cxnId="{DC060EF2-7D8D-4B9E-ABAA-F25AD55132A9}">
      <dgm:prSet/>
      <dgm:spPr/>
      <dgm:t>
        <a:bodyPr/>
        <a:lstStyle/>
        <a:p>
          <a:endParaRPr lang="ms-MY"/>
        </a:p>
      </dgm:t>
    </dgm:pt>
    <dgm:pt modelId="{7537D0E0-85EE-43AB-8270-14455C78CC8B}" type="sibTrans" cxnId="{DC060EF2-7D8D-4B9E-ABAA-F25AD55132A9}">
      <dgm:prSet/>
      <dgm:spPr/>
      <dgm:t>
        <a:bodyPr/>
        <a:lstStyle/>
        <a:p>
          <a:endParaRPr lang="ms-MY"/>
        </a:p>
      </dgm:t>
    </dgm:pt>
    <dgm:pt modelId="{5E7E99E2-EFDE-4876-88BD-185BBB7FF3C7}">
      <dgm:prSet/>
      <dgm:spPr/>
      <dgm:t>
        <a:bodyPr/>
        <a:lstStyle/>
        <a:p>
          <a:pPr>
            <a:lnSpc>
              <a:spcPct val="100000"/>
            </a:lnSpc>
          </a:pPr>
          <a:r>
            <a:rPr lang="en-US" b="0" i="0"/>
            <a:t>including the new SolrCloud feature</a:t>
          </a:r>
          <a:endParaRPr lang="en-US" dirty="0"/>
        </a:p>
      </dgm:t>
    </dgm:pt>
    <dgm:pt modelId="{C89CE2ED-466D-4830-96E3-F90F954162EA}" type="parTrans" cxnId="{1CDA49DC-7B46-4132-8D59-313BD22783ED}">
      <dgm:prSet/>
      <dgm:spPr/>
      <dgm:t>
        <a:bodyPr/>
        <a:lstStyle/>
        <a:p>
          <a:endParaRPr lang="ms-MY"/>
        </a:p>
      </dgm:t>
    </dgm:pt>
    <dgm:pt modelId="{6CB6826E-4B78-4E63-973D-65B564BDCB11}" type="sibTrans" cxnId="{1CDA49DC-7B46-4132-8D59-313BD22783ED}">
      <dgm:prSet/>
      <dgm:spPr/>
      <dgm:t>
        <a:bodyPr/>
        <a:lstStyle/>
        <a:p>
          <a:endParaRPr lang="ms-MY"/>
        </a:p>
      </dgm:t>
    </dgm:pt>
    <dgm:pt modelId="{02CF4DCE-F31F-4E73-BFDC-CC3261B8018F}" type="pres">
      <dgm:prSet presAssocID="{E420C405-A4E1-4622-9B95-317A02A5FDA0}" presName="root" presStyleCnt="0">
        <dgm:presLayoutVars>
          <dgm:dir/>
          <dgm:resizeHandles val="exact"/>
        </dgm:presLayoutVars>
      </dgm:prSet>
      <dgm:spPr/>
    </dgm:pt>
    <dgm:pt modelId="{45CAA629-AA51-434D-BA96-3CB2683F1509}" type="pres">
      <dgm:prSet presAssocID="{753A1DF8-A7FD-4227-A2EC-CE66A234FCB4}" presName="compNode" presStyleCnt="0"/>
      <dgm:spPr/>
    </dgm:pt>
    <dgm:pt modelId="{691A3464-0303-4101-99FF-27626AB7FCF4}" type="pres">
      <dgm:prSet presAssocID="{753A1DF8-A7FD-4227-A2EC-CE66A234FCB4}"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arch"/>
        </a:ext>
      </dgm:extLst>
    </dgm:pt>
    <dgm:pt modelId="{90A75270-AFF8-4274-866F-32303EBC8AD5}" type="pres">
      <dgm:prSet presAssocID="{753A1DF8-A7FD-4227-A2EC-CE66A234FCB4}" presName="iconSpace" presStyleCnt="0"/>
      <dgm:spPr/>
    </dgm:pt>
    <dgm:pt modelId="{6106513E-030E-4679-A179-034D5B451585}" type="pres">
      <dgm:prSet presAssocID="{753A1DF8-A7FD-4227-A2EC-CE66A234FCB4}" presName="parTx" presStyleLbl="revTx" presStyleIdx="0" presStyleCnt="12">
        <dgm:presLayoutVars>
          <dgm:chMax val="0"/>
          <dgm:chPref val="0"/>
        </dgm:presLayoutVars>
      </dgm:prSet>
      <dgm:spPr/>
    </dgm:pt>
    <dgm:pt modelId="{54C5C728-127E-401E-B691-2C70F251EC4C}" type="pres">
      <dgm:prSet presAssocID="{753A1DF8-A7FD-4227-A2EC-CE66A234FCB4}" presName="txSpace" presStyleCnt="0"/>
      <dgm:spPr/>
    </dgm:pt>
    <dgm:pt modelId="{779ABA96-0CB9-45E5-A3C3-27F5412D5AAF}" type="pres">
      <dgm:prSet presAssocID="{753A1DF8-A7FD-4227-A2EC-CE66A234FCB4}" presName="desTx" presStyleLbl="revTx" presStyleIdx="1" presStyleCnt="12">
        <dgm:presLayoutVars/>
      </dgm:prSet>
      <dgm:spPr/>
    </dgm:pt>
    <dgm:pt modelId="{7F56F5F0-7B3E-4AAC-9700-760BC4C856BC}" type="pres">
      <dgm:prSet presAssocID="{469687FB-2682-4608-88E9-A29423B2F4E7}" presName="sibTrans" presStyleCnt="0"/>
      <dgm:spPr/>
    </dgm:pt>
    <dgm:pt modelId="{FC74269A-2C64-4E80-989D-8A29140D48B6}" type="pres">
      <dgm:prSet presAssocID="{ACC11266-B475-40F9-A45D-6531844D4123}" presName="compNode" presStyleCnt="0"/>
      <dgm:spPr/>
    </dgm:pt>
    <dgm:pt modelId="{8BCCC4FC-7560-4A11-8131-3D0A8193E23F}" type="pres">
      <dgm:prSet presAssocID="{ACC11266-B475-40F9-A45D-6531844D4123}"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ingerprint"/>
        </a:ext>
      </dgm:extLst>
    </dgm:pt>
    <dgm:pt modelId="{AB826109-BB0A-42E6-BE38-EE6AC3DEEDBD}" type="pres">
      <dgm:prSet presAssocID="{ACC11266-B475-40F9-A45D-6531844D4123}" presName="iconSpace" presStyleCnt="0"/>
      <dgm:spPr/>
    </dgm:pt>
    <dgm:pt modelId="{37734BA1-DCEB-47D4-80D3-38C411354BD4}" type="pres">
      <dgm:prSet presAssocID="{ACC11266-B475-40F9-A45D-6531844D4123}" presName="parTx" presStyleLbl="revTx" presStyleIdx="2" presStyleCnt="12">
        <dgm:presLayoutVars>
          <dgm:chMax val="0"/>
          <dgm:chPref val="0"/>
        </dgm:presLayoutVars>
      </dgm:prSet>
      <dgm:spPr/>
    </dgm:pt>
    <dgm:pt modelId="{4EDE4C87-6EA2-4E08-B323-B29FDF2FDA0E}" type="pres">
      <dgm:prSet presAssocID="{ACC11266-B475-40F9-A45D-6531844D4123}" presName="txSpace" presStyleCnt="0"/>
      <dgm:spPr/>
    </dgm:pt>
    <dgm:pt modelId="{F9446EA0-D5FB-45D3-A5FE-90307FAA3F2F}" type="pres">
      <dgm:prSet presAssocID="{ACC11266-B475-40F9-A45D-6531844D4123}" presName="desTx" presStyleLbl="revTx" presStyleIdx="3" presStyleCnt="12">
        <dgm:presLayoutVars/>
      </dgm:prSet>
      <dgm:spPr/>
    </dgm:pt>
    <dgm:pt modelId="{E56473D7-48EA-4FAC-B5D6-49F01C409AB5}" type="pres">
      <dgm:prSet presAssocID="{AC9BC704-F750-42C9-9C13-F71673367A16}" presName="sibTrans" presStyleCnt="0"/>
      <dgm:spPr/>
    </dgm:pt>
    <dgm:pt modelId="{3C323F8A-B907-4237-9BE1-8A3739D4EB3C}" type="pres">
      <dgm:prSet presAssocID="{FADB9A6D-A081-45B8-BEAC-037BA341BB81}" presName="compNode" presStyleCnt="0"/>
      <dgm:spPr/>
    </dgm:pt>
    <dgm:pt modelId="{4933AC4C-25B1-49A2-91E1-ACCE59E90AF7}" type="pres">
      <dgm:prSet presAssocID="{FADB9A6D-A081-45B8-BEAC-037BA341BB81}"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obot"/>
        </a:ext>
      </dgm:extLst>
    </dgm:pt>
    <dgm:pt modelId="{0FCFE42A-2E24-4A05-A981-141B1FD26BBC}" type="pres">
      <dgm:prSet presAssocID="{FADB9A6D-A081-45B8-BEAC-037BA341BB81}" presName="iconSpace" presStyleCnt="0"/>
      <dgm:spPr/>
    </dgm:pt>
    <dgm:pt modelId="{B24AF5D3-BAEC-4660-9F92-B9D5C8FA96A3}" type="pres">
      <dgm:prSet presAssocID="{FADB9A6D-A081-45B8-BEAC-037BA341BB81}" presName="parTx" presStyleLbl="revTx" presStyleIdx="4" presStyleCnt="12">
        <dgm:presLayoutVars>
          <dgm:chMax val="0"/>
          <dgm:chPref val="0"/>
        </dgm:presLayoutVars>
      </dgm:prSet>
      <dgm:spPr/>
    </dgm:pt>
    <dgm:pt modelId="{391C02E6-EFF4-49D0-B041-762F494B3308}" type="pres">
      <dgm:prSet presAssocID="{FADB9A6D-A081-45B8-BEAC-037BA341BB81}" presName="txSpace" presStyleCnt="0"/>
      <dgm:spPr/>
    </dgm:pt>
    <dgm:pt modelId="{16190858-37CC-4CAC-9980-BE17B834F807}" type="pres">
      <dgm:prSet presAssocID="{FADB9A6D-A081-45B8-BEAC-037BA341BB81}" presName="desTx" presStyleLbl="revTx" presStyleIdx="5" presStyleCnt="12">
        <dgm:presLayoutVars/>
      </dgm:prSet>
      <dgm:spPr/>
    </dgm:pt>
    <dgm:pt modelId="{58470618-9A80-4875-961B-C94C10CE1A14}" type="pres">
      <dgm:prSet presAssocID="{C72EB474-22B6-4B3B-B222-BCFECDAA2A16}" presName="sibTrans" presStyleCnt="0"/>
      <dgm:spPr/>
    </dgm:pt>
    <dgm:pt modelId="{A342CF78-15A9-4C19-9026-8D20B1554AAF}" type="pres">
      <dgm:prSet presAssocID="{CB234E35-5062-473A-B5E7-13D764F3C1AC}" presName="compNode" presStyleCnt="0"/>
      <dgm:spPr/>
    </dgm:pt>
    <dgm:pt modelId="{3AB9ED6B-5B76-4507-8283-AEC9AB75E37C}" type="pres">
      <dgm:prSet presAssocID="{CB234E35-5062-473A-B5E7-13D764F3C1AC}"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aptop Secure"/>
        </a:ext>
      </dgm:extLst>
    </dgm:pt>
    <dgm:pt modelId="{1144251E-A5DD-4981-866C-49C69AF0131E}" type="pres">
      <dgm:prSet presAssocID="{CB234E35-5062-473A-B5E7-13D764F3C1AC}" presName="iconSpace" presStyleCnt="0"/>
      <dgm:spPr/>
    </dgm:pt>
    <dgm:pt modelId="{3D907572-53B6-4720-8938-1496AA12DA02}" type="pres">
      <dgm:prSet presAssocID="{CB234E35-5062-473A-B5E7-13D764F3C1AC}" presName="parTx" presStyleLbl="revTx" presStyleIdx="6" presStyleCnt="12">
        <dgm:presLayoutVars>
          <dgm:chMax val="0"/>
          <dgm:chPref val="0"/>
        </dgm:presLayoutVars>
      </dgm:prSet>
      <dgm:spPr/>
    </dgm:pt>
    <dgm:pt modelId="{5CE427E4-3826-4AC4-A79C-F3C6502D18F7}" type="pres">
      <dgm:prSet presAssocID="{CB234E35-5062-473A-B5E7-13D764F3C1AC}" presName="txSpace" presStyleCnt="0"/>
      <dgm:spPr/>
    </dgm:pt>
    <dgm:pt modelId="{CBE31843-72B5-4DE8-B89E-DED4564EB02F}" type="pres">
      <dgm:prSet presAssocID="{CB234E35-5062-473A-B5E7-13D764F3C1AC}" presName="desTx" presStyleLbl="revTx" presStyleIdx="7" presStyleCnt="12">
        <dgm:presLayoutVars/>
      </dgm:prSet>
      <dgm:spPr/>
    </dgm:pt>
    <dgm:pt modelId="{7CC0E246-1D9F-4072-81F0-07D4782C2C1D}" type="pres">
      <dgm:prSet presAssocID="{DB443D9B-93BF-4607-A645-C4EE78273A7E}" presName="sibTrans" presStyleCnt="0"/>
      <dgm:spPr/>
    </dgm:pt>
    <dgm:pt modelId="{B136F46C-36D5-4FE8-A3F7-1C7A6B72F958}" type="pres">
      <dgm:prSet presAssocID="{C0D73185-314C-44FD-9BAE-068F86094E17}" presName="compNode" presStyleCnt="0"/>
      <dgm:spPr/>
    </dgm:pt>
    <dgm:pt modelId="{D565CDAC-8733-4A28-808B-87BF0BDD604F}" type="pres">
      <dgm:prSet presAssocID="{C0D73185-314C-44FD-9BAE-068F86094E17}" presName="iconRect" presStyleLbl="node1" presStyleIdx="4" presStyleCnt="6"/>
      <dgm:spPr/>
    </dgm:pt>
    <dgm:pt modelId="{9055B2DE-0E58-44D3-8773-308AC436F197}" type="pres">
      <dgm:prSet presAssocID="{C0D73185-314C-44FD-9BAE-068F86094E17}" presName="iconSpace" presStyleCnt="0"/>
      <dgm:spPr/>
    </dgm:pt>
    <dgm:pt modelId="{22E33304-ACD5-413D-BDE8-1319C2A46495}" type="pres">
      <dgm:prSet presAssocID="{C0D73185-314C-44FD-9BAE-068F86094E17}" presName="parTx" presStyleLbl="revTx" presStyleIdx="8" presStyleCnt="12">
        <dgm:presLayoutVars>
          <dgm:chMax val="0"/>
          <dgm:chPref val="0"/>
        </dgm:presLayoutVars>
      </dgm:prSet>
      <dgm:spPr/>
    </dgm:pt>
    <dgm:pt modelId="{9A3BD73B-346B-48EB-9B1D-D3859ADE718D}" type="pres">
      <dgm:prSet presAssocID="{C0D73185-314C-44FD-9BAE-068F86094E17}" presName="txSpace" presStyleCnt="0"/>
      <dgm:spPr/>
    </dgm:pt>
    <dgm:pt modelId="{96ECEEA0-E88F-40D5-98D3-51E5E3503921}" type="pres">
      <dgm:prSet presAssocID="{C0D73185-314C-44FD-9BAE-068F86094E17}" presName="desTx" presStyleLbl="revTx" presStyleIdx="9" presStyleCnt="12">
        <dgm:presLayoutVars/>
      </dgm:prSet>
      <dgm:spPr/>
    </dgm:pt>
    <dgm:pt modelId="{5EC8BB4A-F85F-42A3-A776-8D0CAC407A3B}" type="pres">
      <dgm:prSet presAssocID="{EC38E890-407A-4692-B757-3E2FE2702957}" presName="sibTrans" presStyleCnt="0"/>
      <dgm:spPr/>
    </dgm:pt>
    <dgm:pt modelId="{34F6E9ED-0400-4AA8-9F7F-BD1BB6773398}" type="pres">
      <dgm:prSet presAssocID="{AE3FDAD7-EF46-4653-9C8B-9C704591F12A}" presName="compNode" presStyleCnt="0"/>
      <dgm:spPr/>
    </dgm:pt>
    <dgm:pt modelId="{E6EDEDA0-F9C2-4278-BAE9-6A1B81E0B622}" type="pres">
      <dgm:prSet presAssocID="{AE3FDAD7-EF46-4653-9C8B-9C704591F12A}" presName="iconRect" presStyleLbl="node1" presStyleIdx="5"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reakfast"/>
        </a:ext>
      </dgm:extLst>
    </dgm:pt>
    <dgm:pt modelId="{16A14659-FD15-42C6-BE1A-CBB0E0131F80}" type="pres">
      <dgm:prSet presAssocID="{AE3FDAD7-EF46-4653-9C8B-9C704591F12A}" presName="iconSpace" presStyleCnt="0"/>
      <dgm:spPr/>
    </dgm:pt>
    <dgm:pt modelId="{7CD400F6-D057-4013-93D1-A41024C85714}" type="pres">
      <dgm:prSet presAssocID="{AE3FDAD7-EF46-4653-9C8B-9C704591F12A}" presName="parTx" presStyleLbl="revTx" presStyleIdx="10" presStyleCnt="12">
        <dgm:presLayoutVars>
          <dgm:chMax val="0"/>
          <dgm:chPref val="0"/>
        </dgm:presLayoutVars>
      </dgm:prSet>
      <dgm:spPr/>
    </dgm:pt>
    <dgm:pt modelId="{800E34F1-8B07-4F6C-AF96-0E85F7F76E61}" type="pres">
      <dgm:prSet presAssocID="{AE3FDAD7-EF46-4653-9C8B-9C704591F12A}" presName="txSpace" presStyleCnt="0"/>
      <dgm:spPr/>
    </dgm:pt>
    <dgm:pt modelId="{5CA6C5E3-D0EE-4454-88FE-02357D430506}" type="pres">
      <dgm:prSet presAssocID="{AE3FDAD7-EF46-4653-9C8B-9C704591F12A}" presName="desTx" presStyleLbl="revTx" presStyleIdx="11" presStyleCnt="12">
        <dgm:presLayoutVars/>
      </dgm:prSet>
      <dgm:spPr/>
    </dgm:pt>
  </dgm:ptLst>
  <dgm:cxnLst>
    <dgm:cxn modelId="{B7451F12-1572-44C4-BD9B-713F5C8A164D}" type="presOf" srcId="{D3D3B2F2-1D31-4910-A658-0C437199F0DD}" destId="{96ECEEA0-E88F-40D5-98D3-51E5E3503921}" srcOrd="0" destOrd="0" presId="urn:microsoft.com/office/officeart/2018/2/layout/IconLabelDescriptionList"/>
    <dgm:cxn modelId="{8EA8AA14-835D-42A5-9DE9-6616CCF95ADF}" srcId="{E420C405-A4E1-4622-9B95-317A02A5FDA0}" destId="{AE3FDAD7-EF46-4653-9C8B-9C704591F12A}" srcOrd="5" destOrd="0" parTransId="{A1C0AA18-1F45-420F-B3D2-BF26349E43ED}" sibTransId="{193B397A-2ADE-4EC9-91A3-9C55B833A131}"/>
    <dgm:cxn modelId="{7D46DA18-C6DA-403D-8DD8-A6F4CD543C12}" srcId="{E420C405-A4E1-4622-9B95-317A02A5FDA0}" destId="{C0D73185-314C-44FD-9BAE-068F86094E17}" srcOrd="4" destOrd="0" parTransId="{2F5AEEC8-EE77-47FE-9165-4E3D62AC6CB4}" sibTransId="{EC38E890-407A-4692-B757-3E2FE2702957}"/>
    <dgm:cxn modelId="{CCD22619-8022-4DF8-98B3-36A17BD854DF}" type="presOf" srcId="{A66A5D11-F69E-4AA1-90CA-7153B9E3837D}" destId="{5CA6C5E3-D0EE-4454-88FE-02357D430506}" srcOrd="0" destOrd="0" presId="urn:microsoft.com/office/officeart/2018/2/layout/IconLabelDescriptionList"/>
    <dgm:cxn modelId="{8684E425-CF3E-4325-B92F-42780E2A9952}" type="presOf" srcId="{C0D73185-314C-44FD-9BAE-068F86094E17}" destId="{22E33304-ACD5-413D-BDE8-1319C2A46495}" srcOrd="0" destOrd="0" presId="urn:microsoft.com/office/officeart/2018/2/layout/IconLabelDescriptionList"/>
    <dgm:cxn modelId="{93A0BA2A-BF9C-4803-84C4-5E5D151DA168}" srcId="{E420C405-A4E1-4622-9B95-317A02A5FDA0}" destId="{CB234E35-5062-473A-B5E7-13D764F3C1AC}" srcOrd="3" destOrd="0" parTransId="{9918449C-B56B-4B24-B578-CD10198F3C49}" sibTransId="{DB443D9B-93BF-4607-A645-C4EE78273A7E}"/>
    <dgm:cxn modelId="{14CAE62E-BDC5-465D-AC83-4675344B78C8}" type="presOf" srcId="{E420C405-A4E1-4622-9B95-317A02A5FDA0}" destId="{02CF4DCE-F31F-4E73-BFDC-CC3261B8018F}" srcOrd="0" destOrd="0" presId="urn:microsoft.com/office/officeart/2018/2/layout/IconLabelDescriptionList"/>
    <dgm:cxn modelId="{AA32FC35-6E86-4C35-94BE-ABFCDD510345}" type="presOf" srcId="{ACC11266-B475-40F9-A45D-6531844D4123}" destId="{37734BA1-DCEB-47D4-80D3-38C411354BD4}" srcOrd="0" destOrd="0" presId="urn:microsoft.com/office/officeart/2018/2/layout/IconLabelDescriptionList"/>
    <dgm:cxn modelId="{008C353C-273E-4E42-8CFA-AC8C1DC95E1E}" srcId="{E420C405-A4E1-4622-9B95-317A02A5FDA0}" destId="{753A1DF8-A7FD-4227-A2EC-CE66A234FCB4}" srcOrd="0" destOrd="0" parTransId="{CB374CC0-72ED-409D-A9FD-D0EBCCC5F3F1}" sibTransId="{469687FB-2682-4608-88E9-A29423B2F4E7}"/>
    <dgm:cxn modelId="{DB4DE64B-2518-472A-B305-ABB1E1F76232}" type="presOf" srcId="{942164A0-F710-4FA8-88F4-118FC5CBEE51}" destId="{F9446EA0-D5FB-45D3-A5FE-90307FAA3F2F}" srcOrd="0" destOrd="0" presId="urn:microsoft.com/office/officeart/2018/2/layout/IconLabelDescriptionList"/>
    <dgm:cxn modelId="{DF151F6C-BFA8-4834-A80D-895371072CD6}" srcId="{AE3FDAD7-EF46-4653-9C8B-9C704591F12A}" destId="{A66A5D11-F69E-4AA1-90CA-7153B9E3837D}" srcOrd="0" destOrd="0" parTransId="{77287F0A-0BDB-4DFA-A8C1-33A70867AF7A}" sibTransId="{A3ED7B30-CFE8-4FB1-ADDE-DEA809922543}"/>
    <dgm:cxn modelId="{99267174-A6A4-4FF1-890D-51F2940304A3}" srcId="{E420C405-A4E1-4622-9B95-317A02A5FDA0}" destId="{FADB9A6D-A081-45B8-BEAC-037BA341BB81}" srcOrd="2" destOrd="0" parTransId="{10BBE51C-3526-4F7C-ADB3-F1F346B9125F}" sibTransId="{C72EB474-22B6-4B3B-B222-BCFECDAA2A16}"/>
    <dgm:cxn modelId="{25EDCF58-EF59-40FF-BAB0-26905F45E063}" type="presOf" srcId="{5E7E99E2-EFDE-4876-88BD-185BBB7FF3C7}" destId="{16190858-37CC-4CAC-9980-BE17B834F807}" srcOrd="0" destOrd="0" presId="urn:microsoft.com/office/officeart/2018/2/layout/IconLabelDescriptionList"/>
    <dgm:cxn modelId="{F5FFE98F-F36E-485D-BD0D-86D65D58A4A0}" srcId="{CB234E35-5062-473A-B5E7-13D764F3C1AC}" destId="{2899244F-5FE6-46D0-9148-136E444B430E}" srcOrd="0" destOrd="0" parTransId="{B89CF6DB-C6E8-4551-9E16-EF256EF02399}" sibTransId="{C5C0F8B5-2E83-491C-8ABD-5A069E3E4324}"/>
    <dgm:cxn modelId="{8242F496-E5AF-41DD-B2E3-2F50519412A1}" type="presOf" srcId="{753A1DF8-A7FD-4227-A2EC-CE66A234FCB4}" destId="{6106513E-030E-4679-A179-034D5B451585}" srcOrd="0" destOrd="0" presId="urn:microsoft.com/office/officeart/2018/2/layout/IconLabelDescriptionList"/>
    <dgm:cxn modelId="{F84DF499-7EEE-4766-B9B8-FF47DD7551D1}" type="presOf" srcId="{F91E9F6D-3E78-4C9E-9048-84EA814310E4}" destId="{779ABA96-0CB9-45E5-A3C3-27F5412D5AAF}" srcOrd="0" destOrd="0" presId="urn:microsoft.com/office/officeart/2018/2/layout/IconLabelDescriptionList"/>
    <dgm:cxn modelId="{ED34C7A5-78D5-45F2-BE1B-B07E19CF5EBC}" type="presOf" srcId="{2899244F-5FE6-46D0-9148-136E444B430E}" destId="{CBE31843-72B5-4DE8-B89E-DED4564EB02F}" srcOrd="0" destOrd="0" presId="urn:microsoft.com/office/officeart/2018/2/layout/IconLabelDescriptionList"/>
    <dgm:cxn modelId="{505091BB-0D3B-4E1B-ABCE-F8227FDC8129}" srcId="{E420C405-A4E1-4622-9B95-317A02A5FDA0}" destId="{ACC11266-B475-40F9-A45D-6531844D4123}" srcOrd="1" destOrd="0" parTransId="{2D4D7089-DD46-4D6C-A47A-1B7585296E48}" sibTransId="{AC9BC704-F750-42C9-9C13-F71673367A16}"/>
    <dgm:cxn modelId="{1CDA49DC-7B46-4132-8D59-313BD22783ED}" srcId="{FADB9A6D-A081-45B8-BEAC-037BA341BB81}" destId="{5E7E99E2-EFDE-4876-88BD-185BBB7FF3C7}" srcOrd="0" destOrd="0" parTransId="{C89CE2ED-466D-4830-96E3-F90F954162EA}" sibTransId="{6CB6826E-4B78-4E63-973D-65B564BDCB11}"/>
    <dgm:cxn modelId="{71BC0ADE-7AC5-44BC-979D-19BEF5AE630F}" type="presOf" srcId="{CB234E35-5062-473A-B5E7-13D764F3C1AC}" destId="{3D907572-53B6-4720-8938-1496AA12DA02}" srcOrd="0" destOrd="0" presId="urn:microsoft.com/office/officeart/2018/2/layout/IconLabelDescriptionList"/>
    <dgm:cxn modelId="{D27FE7E6-34D9-4B35-A23C-95AA147FC50F}" type="presOf" srcId="{FADB9A6D-A081-45B8-BEAC-037BA341BB81}" destId="{B24AF5D3-BAEC-4660-9F92-B9D5C8FA96A3}" srcOrd="0" destOrd="0" presId="urn:microsoft.com/office/officeart/2018/2/layout/IconLabelDescriptionList"/>
    <dgm:cxn modelId="{848877E9-FEC0-4998-96B6-832DC97AF105}" type="presOf" srcId="{AE3FDAD7-EF46-4653-9C8B-9C704591F12A}" destId="{7CD400F6-D057-4013-93D1-A41024C85714}" srcOrd="0" destOrd="0" presId="urn:microsoft.com/office/officeart/2018/2/layout/IconLabelDescriptionList"/>
    <dgm:cxn modelId="{DC060EF2-7D8D-4B9E-ABAA-F25AD55132A9}" srcId="{C0D73185-314C-44FD-9BAE-068F86094E17}" destId="{D3D3B2F2-1D31-4910-A658-0C437199F0DD}" srcOrd="0" destOrd="0" parTransId="{24EC59A6-7FEC-450F-8BA0-6C77BE4D085B}" sibTransId="{7537D0E0-85EE-43AB-8270-14455C78CC8B}"/>
    <dgm:cxn modelId="{1B9ACDFD-AE22-4983-B68B-5A022ED397DC}" srcId="{753A1DF8-A7FD-4227-A2EC-CE66A234FCB4}" destId="{F91E9F6D-3E78-4C9E-9048-84EA814310E4}" srcOrd="0" destOrd="0" parTransId="{69564CF7-6A07-4F97-BB16-9D18C2E23FA7}" sibTransId="{6F9DEC9E-D44F-4F24-B0BA-AB5EC8A5486C}"/>
    <dgm:cxn modelId="{345DE0FE-71B4-4AE5-949B-F48F230AFF04}" srcId="{ACC11266-B475-40F9-A45D-6531844D4123}" destId="{942164A0-F710-4FA8-88F4-118FC5CBEE51}" srcOrd="0" destOrd="0" parTransId="{4F6577AD-5743-412B-AA05-0DF8DA426060}" sibTransId="{0A6BAEDB-3344-48BD-A0CB-3EE186645527}"/>
    <dgm:cxn modelId="{E90DFE81-00B7-471A-A6FB-C5C3A6A87E26}" type="presParOf" srcId="{02CF4DCE-F31F-4E73-BFDC-CC3261B8018F}" destId="{45CAA629-AA51-434D-BA96-3CB2683F1509}" srcOrd="0" destOrd="0" presId="urn:microsoft.com/office/officeart/2018/2/layout/IconLabelDescriptionList"/>
    <dgm:cxn modelId="{AA0CD878-3CEF-4570-981A-69208A9550F7}" type="presParOf" srcId="{45CAA629-AA51-434D-BA96-3CB2683F1509}" destId="{691A3464-0303-4101-99FF-27626AB7FCF4}" srcOrd="0" destOrd="0" presId="urn:microsoft.com/office/officeart/2018/2/layout/IconLabelDescriptionList"/>
    <dgm:cxn modelId="{963D623B-4E08-4F7B-8E53-24DC83848D18}" type="presParOf" srcId="{45CAA629-AA51-434D-BA96-3CB2683F1509}" destId="{90A75270-AFF8-4274-866F-32303EBC8AD5}" srcOrd="1" destOrd="0" presId="urn:microsoft.com/office/officeart/2018/2/layout/IconLabelDescriptionList"/>
    <dgm:cxn modelId="{82FE8994-1ECF-476E-BD21-D06305C94DCF}" type="presParOf" srcId="{45CAA629-AA51-434D-BA96-3CB2683F1509}" destId="{6106513E-030E-4679-A179-034D5B451585}" srcOrd="2" destOrd="0" presId="urn:microsoft.com/office/officeart/2018/2/layout/IconLabelDescriptionList"/>
    <dgm:cxn modelId="{EA4175F2-A985-4B61-A27E-24151E89330F}" type="presParOf" srcId="{45CAA629-AA51-434D-BA96-3CB2683F1509}" destId="{54C5C728-127E-401E-B691-2C70F251EC4C}" srcOrd="3" destOrd="0" presId="urn:microsoft.com/office/officeart/2018/2/layout/IconLabelDescriptionList"/>
    <dgm:cxn modelId="{BE022AE1-5BE9-4F0B-AB24-3F9830087A7D}" type="presParOf" srcId="{45CAA629-AA51-434D-BA96-3CB2683F1509}" destId="{779ABA96-0CB9-45E5-A3C3-27F5412D5AAF}" srcOrd="4" destOrd="0" presId="urn:microsoft.com/office/officeart/2018/2/layout/IconLabelDescriptionList"/>
    <dgm:cxn modelId="{EB21A7B8-7544-40D0-B002-389963D414E2}" type="presParOf" srcId="{02CF4DCE-F31F-4E73-BFDC-CC3261B8018F}" destId="{7F56F5F0-7B3E-4AAC-9700-760BC4C856BC}" srcOrd="1" destOrd="0" presId="urn:microsoft.com/office/officeart/2018/2/layout/IconLabelDescriptionList"/>
    <dgm:cxn modelId="{9196E499-8C71-4A4E-B681-4DBA7DDBB179}" type="presParOf" srcId="{02CF4DCE-F31F-4E73-BFDC-CC3261B8018F}" destId="{FC74269A-2C64-4E80-989D-8A29140D48B6}" srcOrd="2" destOrd="0" presId="urn:microsoft.com/office/officeart/2018/2/layout/IconLabelDescriptionList"/>
    <dgm:cxn modelId="{F99722FE-F6E4-456B-8045-544F6BC0DF7D}" type="presParOf" srcId="{FC74269A-2C64-4E80-989D-8A29140D48B6}" destId="{8BCCC4FC-7560-4A11-8131-3D0A8193E23F}" srcOrd="0" destOrd="0" presId="urn:microsoft.com/office/officeart/2018/2/layout/IconLabelDescriptionList"/>
    <dgm:cxn modelId="{2C7D8DF0-9E15-4F0A-B050-F5CC4C91B117}" type="presParOf" srcId="{FC74269A-2C64-4E80-989D-8A29140D48B6}" destId="{AB826109-BB0A-42E6-BE38-EE6AC3DEEDBD}" srcOrd="1" destOrd="0" presId="urn:microsoft.com/office/officeart/2018/2/layout/IconLabelDescriptionList"/>
    <dgm:cxn modelId="{DC545D30-05A2-401A-B289-ACD0735BA365}" type="presParOf" srcId="{FC74269A-2C64-4E80-989D-8A29140D48B6}" destId="{37734BA1-DCEB-47D4-80D3-38C411354BD4}" srcOrd="2" destOrd="0" presId="urn:microsoft.com/office/officeart/2018/2/layout/IconLabelDescriptionList"/>
    <dgm:cxn modelId="{17175A76-FE4A-4954-A76E-C0FFEE4619EC}" type="presParOf" srcId="{FC74269A-2C64-4E80-989D-8A29140D48B6}" destId="{4EDE4C87-6EA2-4E08-B323-B29FDF2FDA0E}" srcOrd="3" destOrd="0" presId="urn:microsoft.com/office/officeart/2018/2/layout/IconLabelDescriptionList"/>
    <dgm:cxn modelId="{C96AECE0-E0FF-489F-A1D9-3BC2DCF434B7}" type="presParOf" srcId="{FC74269A-2C64-4E80-989D-8A29140D48B6}" destId="{F9446EA0-D5FB-45D3-A5FE-90307FAA3F2F}" srcOrd="4" destOrd="0" presId="urn:microsoft.com/office/officeart/2018/2/layout/IconLabelDescriptionList"/>
    <dgm:cxn modelId="{BD77F19B-4812-4C8D-95BD-516C3F266C07}" type="presParOf" srcId="{02CF4DCE-F31F-4E73-BFDC-CC3261B8018F}" destId="{E56473D7-48EA-4FAC-B5D6-49F01C409AB5}" srcOrd="3" destOrd="0" presId="urn:microsoft.com/office/officeart/2018/2/layout/IconLabelDescriptionList"/>
    <dgm:cxn modelId="{C9555E4A-28E0-4788-BA15-6267CDD24A9E}" type="presParOf" srcId="{02CF4DCE-F31F-4E73-BFDC-CC3261B8018F}" destId="{3C323F8A-B907-4237-9BE1-8A3739D4EB3C}" srcOrd="4" destOrd="0" presId="urn:microsoft.com/office/officeart/2018/2/layout/IconLabelDescriptionList"/>
    <dgm:cxn modelId="{CF25C48D-3556-41BE-8FA0-5A3BBEC4752E}" type="presParOf" srcId="{3C323F8A-B907-4237-9BE1-8A3739D4EB3C}" destId="{4933AC4C-25B1-49A2-91E1-ACCE59E90AF7}" srcOrd="0" destOrd="0" presId="urn:microsoft.com/office/officeart/2018/2/layout/IconLabelDescriptionList"/>
    <dgm:cxn modelId="{33AEAB28-D014-409F-B460-E101E1F1C56D}" type="presParOf" srcId="{3C323F8A-B907-4237-9BE1-8A3739D4EB3C}" destId="{0FCFE42A-2E24-4A05-A981-141B1FD26BBC}" srcOrd="1" destOrd="0" presId="urn:microsoft.com/office/officeart/2018/2/layout/IconLabelDescriptionList"/>
    <dgm:cxn modelId="{B6EFEEBE-C120-4BD8-9810-A32A3DF9FD2A}" type="presParOf" srcId="{3C323F8A-B907-4237-9BE1-8A3739D4EB3C}" destId="{B24AF5D3-BAEC-4660-9F92-B9D5C8FA96A3}" srcOrd="2" destOrd="0" presId="urn:microsoft.com/office/officeart/2018/2/layout/IconLabelDescriptionList"/>
    <dgm:cxn modelId="{C2386385-108E-4FD7-983E-CE1A5BA000E4}" type="presParOf" srcId="{3C323F8A-B907-4237-9BE1-8A3739D4EB3C}" destId="{391C02E6-EFF4-49D0-B041-762F494B3308}" srcOrd="3" destOrd="0" presId="urn:microsoft.com/office/officeart/2018/2/layout/IconLabelDescriptionList"/>
    <dgm:cxn modelId="{4A3C4370-0FC5-46EA-BE93-F98E07F713DD}" type="presParOf" srcId="{3C323F8A-B907-4237-9BE1-8A3739D4EB3C}" destId="{16190858-37CC-4CAC-9980-BE17B834F807}" srcOrd="4" destOrd="0" presId="urn:microsoft.com/office/officeart/2018/2/layout/IconLabelDescriptionList"/>
    <dgm:cxn modelId="{11764A07-8A23-4F3E-9779-E4222BFD5EE3}" type="presParOf" srcId="{02CF4DCE-F31F-4E73-BFDC-CC3261B8018F}" destId="{58470618-9A80-4875-961B-C94C10CE1A14}" srcOrd="5" destOrd="0" presId="urn:microsoft.com/office/officeart/2018/2/layout/IconLabelDescriptionList"/>
    <dgm:cxn modelId="{6905931F-3C89-401E-ACCF-8319B9C53FFA}" type="presParOf" srcId="{02CF4DCE-F31F-4E73-BFDC-CC3261B8018F}" destId="{A342CF78-15A9-4C19-9026-8D20B1554AAF}" srcOrd="6" destOrd="0" presId="urn:microsoft.com/office/officeart/2018/2/layout/IconLabelDescriptionList"/>
    <dgm:cxn modelId="{C814FE64-6FC2-4F62-8265-5F34F34D2251}" type="presParOf" srcId="{A342CF78-15A9-4C19-9026-8D20B1554AAF}" destId="{3AB9ED6B-5B76-4507-8283-AEC9AB75E37C}" srcOrd="0" destOrd="0" presId="urn:microsoft.com/office/officeart/2018/2/layout/IconLabelDescriptionList"/>
    <dgm:cxn modelId="{6A8B574C-4009-4AB9-9789-25BF72F26883}" type="presParOf" srcId="{A342CF78-15A9-4C19-9026-8D20B1554AAF}" destId="{1144251E-A5DD-4981-866C-49C69AF0131E}" srcOrd="1" destOrd="0" presId="urn:microsoft.com/office/officeart/2018/2/layout/IconLabelDescriptionList"/>
    <dgm:cxn modelId="{FC116669-D21B-449F-8BCD-C2F3489BF02D}" type="presParOf" srcId="{A342CF78-15A9-4C19-9026-8D20B1554AAF}" destId="{3D907572-53B6-4720-8938-1496AA12DA02}" srcOrd="2" destOrd="0" presId="urn:microsoft.com/office/officeart/2018/2/layout/IconLabelDescriptionList"/>
    <dgm:cxn modelId="{6C27B498-E200-49F1-8662-B0E7073A8F5C}" type="presParOf" srcId="{A342CF78-15A9-4C19-9026-8D20B1554AAF}" destId="{5CE427E4-3826-4AC4-A79C-F3C6502D18F7}" srcOrd="3" destOrd="0" presId="urn:microsoft.com/office/officeart/2018/2/layout/IconLabelDescriptionList"/>
    <dgm:cxn modelId="{6B89D4EC-F34A-451B-9745-D7EE7FE1B545}" type="presParOf" srcId="{A342CF78-15A9-4C19-9026-8D20B1554AAF}" destId="{CBE31843-72B5-4DE8-B89E-DED4564EB02F}" srcOrd="4" destOrd="0" presId="urn:microsoft.com/office/officeart/2018/2/layout/IconLabelDescriptionList"/>
    <dgm:cxn modelId="{1917A2DE-81FC-44AE-8812-0EBF762DD44A}" type="presParOf" srcId="{02CF4DCE-F31F-4E73-BFDC-CC3261B8018F}" destId="{7CC0E246-1D9F-4072-81F0-07D4782C2C1D}" srcOrd="7" destOrd="0" presId="urn:microsoft.com/office/officeart/2018/2/layout/IconLabelDescriptionList"/>
    <dgm:cxn modelId="{F66DCA25-2D94-4150-B56C-365F669CD787}" type="presParOf" srcId="{02CF4DCE-F31F-4E73-BFDC-CC3261B8018F}" destId="{B136F46C-36D5-4FE8-A3F7-1C7A6B72F958}" srcOrd="8" destOrd="0" presId="urn:microsoft.com/office/officeart/2018/2/layout/IconLabelDescriptionList"/>
    <dgm:cxn modelId="{AB764C54-7415-4DB1-9C14-5DF42209E2C4}" type="presParOf" srcId="{B136F46C-36D5-4FE8-A3F7-1C7A6B72F958}" destId="{D565CDAC-8733-4A28-808B-87BF0BDD604F}" srcOrd="0" destOrd="0" presId="urn:microsoft.com/office/officeart/2018/2/layout/IconLabelDescriptionList"/>
    <dgm:cxn modelId="{DD2A150D-2259-4B94-B21C-532A6760937B}" type="presParOf" srcId="{B136F46C-36D5-4FE8-A3F7-1C7A6B72F958}" destId="{9055B2DE-0E58-44D3-8773-308AC436F197}" srcOrd="1" destOrd="0" presId="urn:microsoft.com/office/officeart/2018/2/layout/IconLabelDescriptionList"/>
    <dgm:cxn modelId="{843A030D-94BB-4FA6-9489-4B921E233AFA}" type="presParOf" srcId="{B136F46C-36D5-4FE8-A3F7-1C7A6B72F958}" destId="{22E33304-ACD5-413D-BDE8-1319C2A46495}" srcOrd="2" destOrd="0" presId="urn:microsoft.com/office/officeart/2018/2/layout/IconLabelDescriptionList"/>
    <dgm:cxn modelId="{6D20BAC6-D7DE-486C-B5D6-8BF2DA96FC4C}" type="presParOf" srcId="{B136F46C-36D5-4FE8-A3F7-1C7A6B72F958}" destId="{9A3BD73B-346B-48EB-9B1D-D3859ADE718D}" srcOrd="3" destOrd="0" presId="urn:microsoft.com/office/officeart/2018/2/layout/IconLabelDescriptionList"/>
    <dgm:cxn modelId="{A109AFAA-2C96-4DF6-AAC1-5E97B9F294FC}" type="presParOf" srcId="{B136F46C-36D5-4FE8-A3F7-1C7A6B72F958}" destId="{96ECEEA0-E88F-40D5-98D3-51E5E3503921}" srcOrd="4" destOrd="0" presId="urn:microsoft.com/office/officeart/2018/2/layout/IconLabelDescriptionList"/>
    <dgm:cxn modelId="{2C0484A5-DF4F-46F9-B39C-ACBAB74847E0}" type="presParOf" srcId="{02CF4DCE-F31F-4E73-BFDC-CC3261B8018F}" destId="{5EC8BB4A-F85F-42A3-A776-8D0CAC407A3B}" srcOrd="9" destOrd="0" presId="urn:microsoft.com/office/officeart/2018/2/layout/IconLabelDescriptionList"/>
    <dgm:cxn modelId="{14890C14-829B-446D-B7C5-0E502863BAC7}" type="presParOf" srcId="{02CF4DCE-F31F-4E73-BFDC-CC3261B8018F}" destId="{34F6E9ED-0400-4AA8-9F7F-BD1BB6773398}" srcOrd="10" destOrd="0" presId="urn:microsoft.com/office/officeart/2018/2/layout/IconLabelDescriptionList"/>
    <dgm:cxn modelId="{BA34D9C7-3D53-498D-A726-6FC6B0C416C8}" type="presParOf" srcId="{34F6E9ED-0400-4AA8-9F7F-BD1BB6773398}" destId="{E6EDEDA0-F9C2-4278-BAE9-6A1B81E0B622}" srcOrd="0" destOrd="0" presId="urn:microsoft.com/office/officeart/2018/2/layout/IconLabelDescriptionList"/>
    <dgm:cxn modelId="{A6058239-45A3-43A3-8CAB-FF630EEAF454}" type="presParOf" srcId="{34F6E9ED-0400-4AA8-9F7F-BD1BB6773398}" destId="{16A14659-FD15-42C6-BE1A-CBB0E0131F80}" srcOrd="1" destOrd="0" presId="urn:microsoft.com/office/officeart/2018/2/layout/IconLabelDescriptionList"/>
    <dgm:cxn modelId="{4D838CFE-1629-47B9-AC88-428B2900A96A}" type="presParOf" srcId="{34F6E9ED-0400-4AA8-9F7F-BD1BB6773398}" destId="{7CD400F6-D057-4013-93D1-A41024C85714}" srcOrd="2" destOrd="0" presId="urn:microsoft.com/office/officeart/2018/2/layout/IconLabelDescriptionList"/>
    <dgm:cxn modelId="{6DC25950-D22D-4247-9C67-C82502CF7D2D}" type="presParOf" srcId="{34F6E9ED-0400-4AA8-9F7F-BD1BB6773398}" destId="{800E34F1-8B07-4F6C-AF96-0E85F7F76E61}" srcOrd="3" destOrd="0" presId="urn:microsoft.com/office/officeart/2018/2/layout/IconLabelDescriptionList"/>
    <dgm:cxn modelId="{23471F2F-18F6-46B3-939E-EF535FAC4C54}" type="presParOf" srcId="{34F6E9ED-0400-4AA8-9F7F-BD1BB6773398}" destId="{5CA6C5E3-D0EE-4454-88FE-02357D430506}"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DB330B4-4E14-41FE-994F-ABCF9B46A426}" type="doc">
      <dgm:prSet loTypeId="urn:microsoft.com/office/officeart/2018/2/layout/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8C144CBC-16FE-4F2D-BE50-2991E1098718}">
      <dgm:prSet/>
      <dgm:spPr/>
      <dgm:t>
        <a:bodyPr/>
        <a:lstStyle/>
        <a:p>
          <a:pPr>
            <a:lnSpc>
              <a:spcPct val="100000"/>
            </a:lnSpc>
            <a:defRPr b="1"/>
          </a:pPr>
          <a:r>
            <a:rPr lang="en-SG" i="1"/>
            <a:t>Request Handler:</a:t>
          </a:r>
          <a:r>
            <a:rPr lang="en-SG"/>
            <a:t> </a:t>
          </a:r>
          <a:endParaRPr lang="en-US"/>
        </a:p>
      </dgm:t>
    </dgm:pt>
    <dgm:pt modelId="{84872544-F48F-4410-BE97-CBBB3625158F}" type="parTrans" cxnId="{B279D018-9BAB-4F50-A15C-57F2FC36BEB3}">
      <dgm:prSet/>
      <dgm:spPr/>
      <dgm:t>
        <a:bodyPr/>
        <a:lstStyle/>
        <a:p>
          <a:endParaRPr lang="en-US"/>
        </a:p>
      </dgm:t>
    </dgm:pt>
    <dgm:pt modelId="{9CAF622E-36D4-4946-9561-DFD1467BB978}" type="sibTrans" cxnId="{B279D018-9BAB-4F50-A15C-57F2FC36BEB3}">
      <dgm:prSet/>
      <dgm:spPr/>
      <dgm:t>
        <a:bodyPr/>
        <a:lstStyle/>
        <a:p>
          <a:endParaRPr lang="en-US"/>
        </a:p>
      </dgm:t>
    </dgm:pt>
    <dgm:pt modelId="{893FFCDA-001F-4AC4-8490-3D3C42D3B6CE}">
      <dgm:prSet/>
      <dgm:spPr/>
      <dgm:t>
        <a:bodyPr/>
        <a:lstStyle/>
        <a:p>
          <a:pPr>
            <a:lnSpc>
              <a:spcPct val="100000"/>
            </a:lnSpc>
          </a:pPr>
          <a:r>
            <a:rPr lang="en-SG" dirty="0"/>
            <a:t>All the requests that you make to Solr are processed by one of the classes implementing </a:t>
          </a:r>
          <a:r>
            <a:rPr lang="en-SG" dirty="0" err="1"/>
            <a:t>SolrRequestHandler</a:t>
          </a:r>
          <a:r>
            <a:rPr lang="en-SG" dirty="0"/>
            <a:t>. </a:t>
          </a:r>
          <a:endParaRPr lang="en-US" dirty="0"/>
        </a:p>
      </dgm:t>
    </dgm:pt>
    <dgm:pt modelId="{1BBBAB7E-9146-450E-A803-FA06F5034D26}" type="parTrans" cxnId="{941C742D-FCCE-4E7D-BFA4-2BCBBCF484FA}">
      <dgm:prSet/>
      <dgm:spPr/>
      <dgm:t>
        <a:bodyPr/>
        <a:lstStyle/>
        <a:p>
          <a:endParaRPr lang="en-US"/>
        </a:p>
      </dgm:t>
    </dgm:pt>
    <dgm:pt modelId="{7CF39C4A-18D3-4A3B-A0E8-8BF5B515CE3E}" type="sibTrans" cxnId="{941C742D-FCCE-4E7D-BFA4-2BCBBCF484FA}">
      <dgm:prSet/>
      <dgm:spPr/>
      <dgm:t>
        <a:bodyPr/>
        <a:lstStyle/>
        <a:p>
          <a:endParaRPr lang="en-US"/>
        </a:p>
      </dgm:t>
    </dgm:pt>
    <dgm:pt modelId="{6C2883C0-1685-4595-B4E8-16B5FC784E9C}">
      <dgm:prSet/>
      <dgm:spPr/>
      <dgm:t>
        <a:bodyPr/>
        <a:lstStyle/>
        <a:p>
          <a:pPr>
            <a:lnSpc>
              <a:spcPct val="100000"/>
            </a:lnSpc>
          </a:pPr>
          <a:r>
            <a:rPr lang="en-SG"/>
            <a:t>You configure the handler to map to a specific URI endpoint, and the requests made to this endpoint start getting served by it.</a:t>
          </a:r>
          <a:endParaRPr lang="en-US"/>
        </a:p>
      </dgm:t>
    </dgm:pt>
    <dgm:pt modelId="{A9DFE527-6772-4E35-BED2-538FBFD2C81A}" type="parTrans" cxnId="{670A5642-41D9-4CB3-A5E1-FC5501F40FB6}">
      <dgm:prSet/>
      <dgm:spPr/>
      <dgm:t>
        <a:bodyPr/>
        <a:lstStyle/>
        <a:p>
          <a:endParaRPr lang="en-US"/>
        </a:p>
      </dgm:t>
    </dgm:pt>
    <dgm:pt modelId="{2901F5BE-0431-42A8-B49C-B04120820486}" type="sibTrans" cxnId="{670A5642-41D9-4CB3-A5E1-FC5501F40FB6}">
      <dgm:prSet/>
      <dgm:spPr/>
      <dgm:t>
        <a:bodyPr/>
        <a:lstStyle/>
        <a:p>
          <a:endParaRPr lang="en-US"/>
        </a:p>
      </dgm:t>
    </dgm:pt>
    <dgm:pt modelId="{4C887883-2A3E-4373-9067-D5DB617728B9}">
      <dgm:prSet/>
      <dgm:spPr/>
      <dgm:t>
        <a:bodyPr/>
        <a:lstStyle/>
        <a:p>
          <a:pPr>
            <a:lnSpc>
              <a:spcPct val="100000"/>
            </a:lnSpc>
            <a:defRPr b="1"/>
          </a:pPr>
          <a:r>
            <a:rPr lang="en-SG" i="1"/>
            <a:t>Search Component:</a:t>
          </a:r>
          <a:r>
            <a:rPr lang="en-SG"/>
            <a:t> </a:t>
          </a:r>
          <a:endParaRPr lang="en-US"/>
        </a:p>
      </dgm:t>
    </dgm:pt>
    <dgm:pt modelId="{BE21D44F-7035-4412-9DE6-0B950647EA11}" type="parTrans" cxnId="{C083F1C8-38A4-47C6-B425-5686038E8816}">
      <dgm:prSet/>
      <dgm:spPr/>
      <dgm:t>
        <a:bodyPr/>
        <a:lstStyle/>
        <a:p>
          <a:endParaRPr lang="en-US"/>
        </a:p>
      </dgm:t>
    </dgm:pt>
    <dgm:pt modelId="{13C0DB1B-89DD-45B4-A9C7-7D92672BCEA5}" type="sibTrans" cxnId="{C083F1C8-38A4-47C6-B425-5686038E8816}">
      <dgm:prSet/>
      <dgm:spPr/>
      <dgm:t>
        <a:bodyPr/>
        <a:lstStyle/>
        <a:p>
          <a:endParaRPr lang="en-US"/>
        </a:p>
      </dgm:t>
    </dgm:pt>
    <dgm:pt modelId="{EA460200-79E7-4E14-AB45-5546C5C94EEE}">
      <dgm:prSet/>
      <dgm:spPr/>
      <dgm:t>
        <a:bodyPr/>
        <a:lstStyle/>
        <a:p>
          <a:pPr>
            <a:lnSpc>
              <a:spcPct val="100000"/>
            </a:lnSpc>
          </a:pPr>
          <a:r>
            <a:rPr lang="en-SG" dirty="0"/>
            <a:t>A search component defines the logic to implement the features provided by the search handler. </a:t>
          </a:r>
          <a:endParaRPr lang="en-US" dirty="0"/>
        </a:p>
      </dgm:t>
    </dgm:pt>
    <dgm:pt modelId="{D6095F58-A231-403F-922A-AB8393E96CA1}" type="parTrans" cxnId="{5D9B65C1-6AB1-4953-AB7A-6C66E1F715AD}">
      <dgm:prSet/>
      <dgm:spPr/>
      <dgm:t>
        <a:bodyPr/>
        <a:lstStyle/>
        <a:p>
          <a:endParaRPr lang="en-US"/>
        </a:p>
      </dgm:t>
    </dgm:pt>
    <dgm:pt modelId="{43A775BC-8709-4D7A-B680-756A1D6BF4E6}" type="sibTrans" cxnId="{5D9B65C1-6AB1-4953-AB7A-6C66E1F715AD}">
      <dgm:prSet/>
      <dgm:spPr/>
      <dgm:t>
        <a:bodyPr/>
        <a:lstStyle/>
        <a:p>
          <a:endParaRPr lang="en-US"/>
        </a:p>
      </dgm:t>
    </dgm:pt>
    <dgm:pt modelId="{273632A6-2F8A-461E-9B3E-C9250F613389}">
      <dgm:prSet/>
      <dgm:spPr/>
      <dgm:t>
        <a:bodyPr/>
        <a:lstStyle/>
        <a:p>
          <a:pPr>
            <a:lnSpc>
              <a:spcPct val="100000"/>
            </a:lnSpc>
          </a:pPr>
          <a:r>
            <a:rPr lang="en-SG"/>
            <a:t>These components should be registered in a SearchHandler, a request handler which serves the user query. </a:t>
          </a:r>
          <a:endParaRPr lang="en-US"/>
        </a:p>
      </dgm:t>
    </dgm:pt>
    <dgm:pt modelId="{64D86B10-16AE-4CF3-B1A2-676436D21E26}" type="parTrans" cxnId="{DF11418E-DDD7-43EB-8718-1D9E382E27D2}">
      <dgm:prSet/>
      <dgm:spPr/>
      <dgm:t>
        <a:bodyPr/>
        <a:lstStyle/>
        <a:p>
          <a:endParaRPr lang="en-US"/>
        </a:p>
      </dgm:t>
    </dgm:pt>
    <dgm:pt modelId="{C2D1F469-4FA2-4FD3-AC9C-4B93D016E918}" type="sibTrans" cxnId="{DF11418E-DDD7-43EB-8718-1D9E382E27D2}">
      <dgm:prSet/>
      <dgm:spPr/>
      <dgm:t>
        <a:bodyPr/>
        <a:lstStyle/>
        <a:p>
          <a:endParaRPr lang="en-US"/>
        </a:p>
      </dgm:t>
    </dgm:pt>
    <dgm:pt modelId="{CDA81B89-9F03-417C-A36E-2814ADBB60F6}">
      <dgm:prSet/>
      <dgm:spPr/>
      <dgm:t>
        <a:bodyPr/>
        <a:lstStyle/>
        <a:p>
          <a:pPr>
            <a:lnSpc>
              <a:spcPct val="100000"/>
            </a:lnSpc>
          </a:pPr>
          <a:r>
            <a:rPr lang="en-SG"/>
            <a:t>For example, features such as query, spell-checking, faceting, and hit-highlighting are implemented as components and are registered to SearchHandler. </a:t>
          </a:r>
          <a:endParaRPr lang="en-US"/>
        </a:p>
      </dgm:t>
    </dgm:pt>
    <dgm:pt modelId="{E77B3D3B-CC7A-4342-B596-2B6CD0F9B166}" type="parTrans" cxnId="{A0A1811A-3643-4456-A735-C39CF7B48151}">
      <dgm:prSet/>
      <dgm:spPr/>
      <dgm:t>
        <a:bodyPr/>
        <a:lstStyle/>
        <a:p>
          <a:endParaRPr lang="en-US"/>
        </a:p>
      </dgm:t>
    </dgm:pt>
    <dgm:pt modelId="{D4578A49-3481-4405-A877-CC57D361F6A8}" type="sibTrans" cxnId="{A0A1811A-3643-4456-A735-C39CF7B48151}">
      <dgm:prSet/>
      <dgm:spPr/>
      <dgm:t>
        <a:bodyPr/>
        <a:lstStyle/>
        <a:p>
          <a:endParaRPr lang="en-US"/>
        </a:p>
      </dgm:t>
    </dgm:pt>
    <dgm:pt modelId="{A215DF4C-B467-4511-A066-1B5022E2F7AD}">
      <dgm:prSet/>
      <dgm:spPr/>
      <dgm:t>
        <a:bodyPr/>
        <a:lstStyle/>
        <a:p>
          <a:pPr>
            <a:lnSpc>
              <a:spcPct val="100000"/>
            </a:lnSpc>
          </a:pPr>
          <a:r>
            <a:rPr lang="en-SG"/>
            <a:t>Multiple components can be registered to a search handler.</a:t>
          </a:r>
          <a:endParaRPr lang="en-US"/>
        </a:p>
      </dgm:t>
    </dgm:pt>
    <dgm:pt modelId="{05ECE223-E38E-4949-BBE4-621950854192}" type="parTrans" cxnId="{EC26FAE9-3BD0-4AE6-A0AB-2AB6EE1EC56F}">
      <dgm:prSet/>
      <dgm:spPr/>
      <dgm:t>
        <a:bodyPr/>
        <a:lstStyle/>
        <a:p>
          <a:endParaRPr lang="en-US"/>
        </a:p>
      </dgm:t>
    </dgm:pt>
    <dgm:pt modelId="{251DF10A-1170-4B7A-AC11-A8845022F5EE}" type="sibTrans" cxnId="{EC26FAE9-3BD0-4AE6-A0AB-2AB6EE1EC56F}">
      <dgm:prSet/>
      <dgm:spPr/>
      <dgm:t>
        <a:bodyPr/>
        <a:lstStyle/>
        <a:p>
          <a:endParaRPr lang="en-US"/>
        </a:p>
      </dgm:t>
    </dgm:pt>
    <dgm:pt modelId="{11337436-2E2A-42EE-B89A-E877AA83369B}">
      <dgm:prSet/>
      <dgm:spPr/>
      <dgm:t>
        <a:bodyPr/>
        <a:lstStyle/>
        <a:p>
          <a:pPr>
            <a:lnSpc>
              <a:spcPct val="100000"/>
            </a:lnSpc>
            <a:defRPr b="1"/>
          </a:pPr>
          <a:r>
            <a:rPr lang="en-SG" i="1"/>
            <a:t>Query Parser:</a:t>
          </a:r>
          <a:r>
            <a:rPr lang="en-SG"/>
            <a:t> </a:t>
          </a:r>
          <a:endParaRPr lang="en-US"/>
        </a:p>
      </dgm:t>
    </dgm:pt>
    <dgm:pt modelId="{165B0F25-A5FA-46A3-A0A1-69687D886E31}" type="parTrans" cxnId="{784886C4-7613-4047-908D-85AC10CC596C}">
      <dgm:prSet/>
      <dgm:spPr/>
      <dgm:t>
        <a:bodyPr/>
        <a:lstStyle/>
        <a:p>
          <a:endParaRPr lang="en-US"/>
        </a:p>
      </dgm:t>
    </dgm:pt>
    <dgm:pt modelId="{A0378DE1-6684-4718-B867-7176DFC9EDB9}" type="sibTrans" cxnId="{784886C4-7613-4047-908D-85AC10CC596C}">
      <dgm:prSet/>
      <dgm:spPr/>
      <dgm:t>
        <a:bodyPr/>
        <a:lstStyle/>
        <a:p>
          <a:endParaRPr lang="en-US"/>
        </a:p>
      </dgm:t>
    </dgm:pt>
    <dgm:pt modelId="{97CB901B-981C-4C01-861C-A25ED994641A}">
      <dgm:prSet/>
      <dgm:spPr/>
      <dgm:t>
        <a:bodyPr/>
        <a:lstStyle/>
        <a:p>
          <a:pPr>
            <a:lnSpc>
              <a:spcPct val="100000"/>
            </a:lnSpc>
          </a:pPr>
          <a:r>
            <a:rPr lang="en-SG"/>
            <a:t>This translates the user query into instructions that Lucene understands. </a:t>
          </a:r>
          <a:endParaRPr lang="en-US"/>
        </a:p>
      </dgm:t>
    </dgm:pt>
    <dgm:pt modelId="{5C5D0242-45F0-4DE8-948D-187B50A8FAA2}" type="parTrans" cxnId="{EE96C7F6-3541-4359-8CD7-9DB7B02C867B}">
      <dgm:prSet/>
      <dgm:spPr/>
      <dgm:t>
        <a:bodyPr/>
        <a:lstStyle/>
        <a:p>
          <a:endParaRPr lang="en-US"/>
        </a:p>
      </dgm:t>
    </dgm:pt>
    <dgm:pt modelId="{E21C022A-8723-42B6-9B53-84DFAC991C5F}" type="sibTrans" cxnId="{EE96C7F6-3541-4359-8CD7-9DB7B02C867B}">
      <dgm:prSet/>
      <dgm:spPr/>
      <dgm:t>
        <a:bodyPr/>
        <a:lstStyle/>
        <a:p>
          <a:endParaRPr lang="en-US"/>
        </a:p>
      </dgm:t>
    </dgm:pt>
    <dgm:pt modelId="{0F226497-3B17-4C8E-9BE7-EA98EE62227F}">
      <dgm:prSet/>
      <dgm:spPr/>
      <dgm:t>
        <a:bodyPr/>
        <a:lstStyle/>
        <a:p>
          <a:pPr>
            <a:lnSpc>
              <a:spcPct val="100000"/>
            </a:lnSpc>
          </a:pPr>
          <a:r>
            <a:rPr lang="en-SG"/>
            <a:t>They are generally registered in the SearchComponent, a component that defines the logic for performing a search.</a:t>
          </a:r>
          <a:endParaRPr lang="en-US"/>
        </a:p>
      </dgm:t>
    </dgm:pt>
    <dgm:pt modelId="{7ACF0163-E29B-4AFA-9280-404450EC212D}" type="parTrans" cxnId="{43071A47-1B80-4D3A-AD3E-1554D75876B2}">
      <dgm:prSet/>
      <dgm:spPr/>
      <dgm:t>
        <a:bodyPr/>
        <a:lstStyle/>
        <a:p>
          <a:endParaRPr lang="en-US"/>
        </a:p>
      </dgm:t>
    </dgm:pt>
    <dgm:pt modelId="{0E2696A0-1A4F-4BBC-A383-19C7A9ACC399}" type="sibTrans" cxnId="{43071A47-1B80-4D3A-AD3E-1554D75876B2}">
      <dgm:prSet/>
      <dgm:spPr/>
      <dgm:t>
        <a:bodyPr/>
        <a:lstStyle/>
        <a:p>
          <a:endParaRPr lang="en-US"/>
        </a:p>
      </dgm:t>
    </dgm:pt>
    <dgm:pt modelId="{B1F96172-8CE3-47A2-AC9F-0CD2CC1D58F1}" type="pres">
      <dgm:prSet presAssocID="{CDB330B4-4E14-41FE-994F-ABCF9B46A426}" presName="root" presStyleCnt="0">
        <dgm:presLayoutVars>
          <dgm:dir/>
          <dgm:resizeHandles val="exact"/>
        </dgm:presLayoutVars>
      </dgm:prSet>
      <dgm:spPr/>
    </dgm:pt>
    <dgm:pt modelId="{F5F1B5F9-96D2-4D42-8E92-2BCA6012D5A0}" type="pres">
      <dgm:prSet presAssocID="{8C144CBC-16FE-4F2D-BE50-2991E1098718}" presName="compNode" presStyleCnt="0"/>
      <dgm:spPr/>
    </dgm:pt>
    <dgm:pt modelId="{0B5FB879-5CBE-4CFA-B510-ACD4D4D8E257}" type="pres">
      <dgm:prSet presAssocID="{8C144CBC-16FE-4F2D-BE50-2991E109871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61F377D5-E814-4F44-87DF-90785656CA4F}" type="pres">
      <dgm:prSet presAssocID="{8C144CBC-16FE-4F2D-BE50-2991E1098718}" presName="iconSpace" presStyleCnt="0"/>
      <dgm:spPr/>
    </dgm:pt>
    <dgm:pt modelId="{CD3C078A-4E75-43A2-8BBB-9082163B2B9C}" type="pres">
      <dgm:prSet presAssocID="{8C144CBC-16FE-4F2D-BE50-2991E1098718}" presName="parTx" presStyleLbl="revTx" presStyleIdx="0" presStyleCnt="6">
        <dgm:presLayoutVars>
          <dgm:chMax val="0"/>
          <dgm:chPref val="0"/>
        </dgm:presLayoutVars>
      </dgm:prSet>
      <dgm:spPr/>
    </dgm:pt>
    <dgm:pt modelId="{89BEF9A6-348B-41C3-8562-080D0F5012A0}" type="pres">
      <dgm:prSet presAssocID="{8C144CBC-16FE-4F2D-BE50-2991E1098718}" presName="txSpace" presStyleCnt="0"/>
      <dgm:spPr/>
    </dgm:pt>
    <dgm:pt modelId="{83C8C461-19AA-42F5-83F1-54F7274C54C0}" type="pres">
      <dgm:prSet presAssocID="{8C144CBC-16FE-4F2D-BE50-2991E1098718}" presName="desTx" presStyleLbl="revTx" presStyleIdx="1" presStyleCnt="6">
        <dgm:presLayoutVars/>
      </dgm:prSet>
      <dgm:spPr/>
    </dgm:pt>
    <dgm:pt modelId="{05635438-7EA1-4BAD-B37C-CCF488DFBB9B}" type="pres">
      <dgm:prSet presAssocID="{9CAF622E-36D4-4946-9561-DFD1467BB978}" presName="sibTrans" presStyleCnt="0"/>
      <dgm:spPr/>
    </dgm:pt>
    <dgm:pt modelId="{98A9346D-9CC9-4DF8-9540-6866A3CF962F}" type="pres">
      <dgm:prSet presAssocID="{4C887883-2A3E-4373-9067-D5DB617728B9}" presName="compNode" presStyleCnt="0"/>
      <dgm:spPr/>
    </dgm:pt>
    <dgm:pt modelId="{B5741D79-8F07-4EA7-B3B7-0E71281CCF5A}" type="pres">
      <dgm:prSet presAssocID="{4C887883-2A3E-4373-9067-D5DB617728B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rget Audience"/>
        </a:ext>
      </dgm:extLst>
    </dgm:pt>
    <dgm:pt modelId="{9C93435F-4BC4-4D19-8789-4BB909AEBD94}" type="pres">
      <dgm:prSet presAssocID="{4C887883-2A3E-4373-9067-D5DB617728B9}" presName="iconSpace" presStyleCnt="0"/>
      <dgm:spPr/>
    </dgm:pt>
    <dgm:pt modelId="{5667030D-9667-410D-B143-EF8F1A5B82C9}" type="pres">
      <dgm:prSet presAssocID="{4C887883-2A3E-4373-9067-D5DB617728B9}" presName="parTx" presStyleLbl="revTx" presStyleIdx="2" presStyleCnt="6">
        <dgm:presLayoutVars>
          <dgm:chMax val="0"/>
          <dgm:chPref val="0"/>
        </dgm:presLayoutVars>
      </dgm:prSet>
      <dgm:spPr/>
    </dgm:pt>
    <dgm:pt modelId="{5DAC1867-C504-4D69-AB89-54F58BA9B550}" type="pres">
      <dgm:prSet presAssocID="{4C887883-2A3E-4373-9067-D5DB617728B9}" presName="txSpace" presStyleCnt="0"/>
      <dgm:spPr/>
    </dgm:pt>
    <dgm:pt modelId="{20404473-BCAD-4DCB-B550-4314C25C782B}" type="pres">
      <dgm:prSet presAssocID="{4C887883-2A3E-4373-9067-D5DB617728B9}" presName="desTx" presStyleLbl="revTx" presStyleIdx="3" presStyleCnt="6">
        <dgm:presLayoutVars/>
      </dgm:prSet>
      <dgm:spPr/>
    </dgm:pt>
    <dgm:pt modelId="{3D5F1EB6-5C8B-416F-BC0B-A33112E9057C}" type="pres">
      <dgm:prSet presAssocID="{13C0DB1B-89DD-45B4-A9C7-7D92672BCEA5}" presName="sibTrans" presStyleCnt="0"/>
      <dgm:spPr/>
    </dgm:pt>
    <dgm:pt modelId="{EA9F28AE-574D-4BB5-9A63-160AB7397D6C}" type="pres">
      <dgm:prSet presAssocID="{11337436-2E2A-42EE-B89A-E877AA83369B}" presName="compNode" presStyleCnt="0"/>
      <dgm:spPr/>
    </dgm:pt>
    <dgm:pt modelId="{FBB18215-20CE-4DCF-8D37-78D40429FA22}" type="pres">
      <dgm:prSet presAssocID="{11337436-2E2A-42EE-B89A-E877AA83369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F56E4813-FAC0-4DB8-8141-902EB7C042EF}" type="pres">
      <dgm:prSet presAssocID="{11337436-2E2A-42EE-B89A-E877AA83369B}" presName="iconSpace" presStyleCnt="0"/>
      <dgm:spPr/>
    </dgm:pt>
    <dgm:pt modelId="{14B35203-6568-4269-B6A1-24B6A16837FB}" type="pres">
      <dgm:prSet presAssocID="{11337436-2E2A-42EE-B89A-E877AA83369B}" presName="parTx" presStyleLbl="revTx" presStyleIdx="4" presStyleCnt="6">
        <dgm:presLayoutVars>
          <dgm:chMax val="0"/>
          <dgm:chPref val="0"/>
        </dgm:presLayoutVars>
      </dgm:prSet>
      <dgm:spPr/>
    </dgm:pt>
    <dgm:pt modelId="{3423AF34-8EBB-4611-A74B-C5CA75AD6593}" type="pres">
      <dgm:prSet presAssocID="{11337436-2E2A-42EE-B89A-E877AA83369B}" presName="txSpace" presStyleCnt="0"/>
      <dgm:spPr/>
    </dgm:pt>
    <dgm:pt modelId="{368231F9-E6A9-4695-87C9-7C061873AB12}" type="pres">
      <dgm:prSet presAssocID="{11337436-2E2A-42EE-B89A-E877AA83369B}" presName="desTx" presStyleLbl="revTx" presStyleIdx="5" presStyleCnt="6">
        <dgm:presLayoutVars/>
      </dgm:prSet>
      <dgm:spPr/>
    </dgm:pt>
  </dgm:ptLst>
  <dgm:cxnLst>
    <dgm:cxn modelId="{2E9F8F06-F46C-4EAA-B00A-D6D445CDDBD7}" type="presOf" srcId="{6C2883C0-1685-4595-B4E8-16B5FC784E9C}" destId="{83C8C461-19AA-42F5-83F1-54F7274C54C0}" srcOrd="0" destOrd="1" presId="urn:microsoft.com/office/officeart/2018/2/layout/IconLabelDescriptionList"/>
    <dgm:cxn modelId="{2DB40D0A-E088-40B9-8171-61C22E919FFE}" type="presOf" srcId="{8C144CBC-16FE-4F2D-BE50-2991E1098718}" destId="{CD3C078A-4E75-43A2-8BBB-9082163B2B9C}" srcOrd="0" destOrd="0" presId="urn:microsoft.com/office/officeart/2018/2/layout/IconLabelDescriptionList"/>
    <dgm:cxn modelId="{B279D018-9BAB-4F50-A15C-57F2FC36BEB3}" srcId="{CDB330B4-4E14-41FE-994F-ABCF9B46A426}" destId="{8C144CBC-16FE-4F2D-BE50-2991E1098718}" srcOrd="0" destOrd="0" parTransId="{84872544-F48F-4410-BE97-CBBB3625158F}" sibTransId="{9CAF622E-36D4-4946-9561-DFD1467BB978}"/>
    <dgm:cxn modelId="{A0A1811A-3643-4456-A735-C39CF7B48151}" srcId="{4C887883-2A3E-4373-9067-D5DB617728B9}" destId="{CDA81B89-9F03-417C-A36E-2814ADBB60F6}" srcOrd="2" destOrd="0" parTransId="{E77B3D3B-CC7A-4342-B596-2B6CD0F9B166}" sibTransId="{D4578A49-3481-4405-A877-CC57D361F6A8}"/>
    <dgm:cxn modelId="{A0C4D62B-2464-4E54-BC5B-0705DCC29785}" type="presOf" srcId="{A215DF4C-B467-4511-A066-1B5022E2F7AD}" destId="{20404473-BCAD-4DCB-B550-4314C25C782B}" srcOrd="0" destOrd="3" presId="urn:microsoft.com/office/officeart/2018/2/layout/IconLabelDescriptionList"/>
    <dgm:cxn modelId="{941C742D-FCCE-4E7D-BFA4-2BCBBCF484FA}" srcId="{8C144CBC-16FE-4F2D-BE50-2991E1098718}" destId="{893FFCDA-001F-4AC4-8490-3D3C42D3B6CE}" srcOrd="0" destOrd="0" parTransId="{1BBBAB7E-9146-450E-A803-FA06F5034D26}" sibTransId="{7CF39C4A-18D3-4A3B-A0E8-8BF5B515CE3E}"/>
    <dgm:cxn modelId="{6E456831-5324-413F-9069-C5DDF4989C97}" type="presOf" srcId="{CDA81B89-9F03-417C-A36E-2814ADBB60F6}" destId="{20404473-BCAD-4DCB-B550-4314C25C782B}" srcOrd="0" destOrd="2" presId="urn:microsoft.com/office/officeart/2018/2/layout/IconLabelDescriptionList"/>
    <dgm:cxn modelId="{F28A6335-A2F6-4ECD-91F8-6FA14FE6E5C3}" type="presOf" srcId="{CDB330B4-4E14-41FE-994F-ABCF9B46A426}" destId="{B1F96172-8CE3-47A2-AC9F-0CD2CC1D58F1}" srcOrd="0" destOrd="0" presId="urn:microsoft.com/office/officeart/2018/2/layout/IconLabelDescriptionList"/>
    <dgm:cxn modelId="{EE18143C-3AB3-4E74-AAA0-CEEB1F08291D}" type="presOf" srcId="{4C887883-2A3E-4373-9067-D5DB617728B9}" destId="{5667030D-9667-410D-B143-EF8F1A5B82C9}" srcOrd="0" destOrd="0" presId="urn:microsoft.com/office/officeart/2018/2/layout/IconLabelDescriptionList"/>
    <dgm:cxn modelId="{670A5642-41D9-4CB3-A5E1-FC5501F40FB6}" srcId="{8C144CBC-16FE-4F2D-BE50-2991E1098718}" destId="{6C2883C0-1685-4595-B4E8-16B5FC784E9C}" srcOrd="1" destOrd="0" parTransId="{A9DFE527-6772-4E35-BED2-538FBFD2C81A}" sibTransId="{2901F5BE-0431-42A8-B49C-B04120820486}"/>
    <dgm:cxn modelId="{43071A47-1B80-4D3A-AD3E-1554D75876B2}" srcId="{11337436-2E2A-42EE-B89A-E877AA83369B}" destId="{0F226497-3B17-4C8E-9BE7-EA98EE62227F}" srcOrd="1" destOrd="0" parTransId="{7ACF0163-E29B-4AFA-9280-404450EC212D}" sibTransId="{0E2696A0-1A4F-4BBC-A383-19C7A9ACC399}"/>
    <dgm:cxn modelId="{75080D4A-3F30-4DDC-A96B-A31C79434E48}" type="presOf" srcId="{97CB901B-981C-4C01-861C-A25ED994641A}" destId="{368231F9-E6A9-4695-87C9-7C061873AB12}" srcOrd="0" destOrd="0" presId="urn:microsoft.com/office/officeart/2018/2/layout/IconLabelDescriptionList"/>
    <dgm:cxn modelId="{DF11418E-DDD7-43EB-8718-1D9E382E27D2}" srcId="{4C887883-2A3E-4373-9067-D5DB617728B9}" destId="{273632A6-2F8A-461E-9B3E-C9250F613389}" srcOrd="1" destOrd="0" parTransId="{64D86B10-16AE-4CF3-B1A2-676436D21E26}" sibTransId="{C2D1F469-4FA2-4FD3-AC9C-4B93D016E918}"/>
    <dgm:cxn modelId="{F48A959D-D1D8-4E21-9B94-09B609DC61A2}" type="presOf" srcId="{273632A6-2F8A-461E-9B3E-C9250F613389}" destId="{20404473-BCAD-4DCB-B550-4314C25C782B}" srcOrd="0" destOrd="1" presId="urn:microsoft.com/office/officeart/2018/2/layout/IconLabelDescriptionList"/>
    <dgm:cxn modelId="{DBC5F3A4-E4A8-4303-AED2-02ABAC3527B0}" type="presOf" srcId="{11337436-2E2A-42EE-B89A-E877AA83369B}" destId="{14B35203-6568-4269-B6A1-24B6A16837FB}" srcOrd="0" destOrd="0" presId="urn:microsoft.com/office/officeart/2018/2/layout/IconLabelDescriptionList"/>
    <dgm:cxn modelId="{24CDE6B0-2D1E-4011-9C55-A3E4967D9597}" type="presOf" srcId="{893FFCDA-001F-4AC4-8490-3D3C42D3B6CE}" destId="{83C8C461-19AA-42F5-83F1-54F7274C54C0}" srcOrd="0" destOrd="0" presId="urn:microsoft.com/office/officeart/2018/2/layout/IconLabelDescriptionList"/>
    <dgm:cxn modelId="{1C9F87BB-58F3-49B6-9505-A3F787DAC07F}" type="presOf" srcId="{0F226497-3B17-4C8E-9BE7-EA98EE62227F}" destId="{368231F9-E6A9-4695-87C9-7C061873AB12}" srcOrd="0" destOrd="1" presId="urn:microsoft.com/office/officeart/2018/2/layout/IconLabelDescriptionList"/>
    <dgm:cxn modelId="{5D9B65C1-6AB1-4953-AB7A-6C66E1F715AD}" srcId="{4C887883-2A3E-4373-9067-D5DB617728B9}" destId="{EA460200-79E7-4E14-AB45-5546C5C94EEE}" srcOrd="0" destOrd="0" parTransId="{D6095F58-A231-403F-922A-AB8393E96CA1}" sibTransId="{43A775BC-8709-4D7A-B680-756A1D6BF4E6}"/>
    <dgm:cxn modelId="{784886C4-7613-4047-908D-85AC10CC596C}" srcId="{CDB330B4-4E14-41FE-994F-ABCF9B46A426}" destId="{11337436-2E2A-42EE-B89A-E877AA83369B}" srcOrd="2" destOrd="0" parTransId="{165B0F25-A5FA-46A3-A0A1-69687D886E31}" sibTransId="{A0378DE1-6684-4718-B867-7176DFC9EDB9}"/>
    <dgm:cxn modelId="{C083F1C8-38A4-47C6-B425-5686038E8816}" srcId="{CDB330B4-4E14-41FE-994F-ABCF9B46A426}" destId="{4C887883-2A3E-4373-9067-D5DB617728B9}" srcOrd="1" destOrd="0" parTransId="{BE21D44F-7035-4412-9DE6-0B950647EA11}" sibTransId="{13C0DB1B-89DD-45B4-A9C7-7D92672BCEA5}"/>
    <dgm:cxn modelId="{EC26FAE9-3BD0-4AE6-A0AB-2AB6EE1EC56F}" srcId="{4C887883-2A3E-4373-9067-D5DB617728B9}" destId="{A215DF4C-B467-4511-A066-1B5022E2F7AD}" srcOrd="3" destOrd="0" parTransId="{05ECE223-E38E-4949-BBE4-621950854192}" sibTransId="{251DF10A-1170-4B7A-AC11-A8845022F5EE}"/>
    <dgm:cxn modelId="{EE96C7F6-3541-4359-8CD7-9DB7B02C867B}" srcId="{11337436-2E2A-42EE-B89A-E877AA83369B}" destId="{97CB901B-981C-4C01-861C-A25ED994641A}" srcOrd="0" destOrd="0" parTransId="{5C5D0242-45F0-4DE8-948D-187B50A8FAA2}" sibTransId="{E21C022A-8723-42B6-9B53-84DFAC991C5F}"/>
    <dgm:cxn modelId="{D60AB5FC-DB96-42AF-AC46-68BF2CC224E4}" type="presOf" srcId="{EA460200-79E7-4E14-AB45-5546C5C94EEE}" destId="{20404473-BCAD-4DCB-B550-4314C25C782B}" srcOrd="0" destOrd="0" presId="urn:microsoft.com/office/officeart/2018/2/layout/IconLabelDescriptionList"/>
    <dgm:cxn modelId="{135B73F4-2BDE-4C5D-8B3D-F8ACF3EFA2A9}" type="presParOf" srcId="{B1F96172-8CE3-47A2-AC9F-0CD2CC1D58F1}" destId="{F5F1B5F9-96D2-4D42-8E92-2BCA6012D5A0}" srcOrd="0" destOrd="0" presId="urn:microsoft.com/office/officeart/2018/2/layout/IconLabelDescriptionList"/>
    <dgm:cxn modelId="{F8151D2B-860D-4086-8394-D751F9DFB491}" type="presParOf" srcId="{F5F1B5F9-96D2-4D42-8E92-2BCA6012D5A0}" destId="{0B5FB879-5CBE-4CFA-B510-ACD4D4D8E257}" srcOrd="0" destOrd="0" presId="urn:microsoft.com/office/officeart/2018/2/layout/IconLabelDescriptionList"/>
    <dgm:cxn modelId="{CDCADB6A-9C42-4EE8-82DD-1526B7CAA006}" type="presParOf" srcId="{F5F1B5F9-96D2-4D42-8E92-2BCA6012D5A0}" destId="{61F377D5-E814-4F44-87DF-90785656CA4F}" srcOrd="1" destOrd="0" presId="urn:microsoft.com/office/officeart/2018/2/layout/IconLabelDescriptionList"/>
    <dgm:cxn modelId="{F280B758-AD40-4026-8AE2-F4D1037B4EF6}" type="presParOf" srcId="{F5F1B5F9-96D2-4D42-8E92-2BCA6012D5A0}" destId="{CD3C078A-4E75-43A2-8BBB-9082163B2B9C}" srcOrd="2" destOrd="0" presId="urn:microsoft.com/office/officeart/2018/2/layout/IconLabelDescriptionList"/>
    <dgm:cxn modelId="{DC84BA44-3333-45F9-88BE-B8BD54B1022E}" type="presParOf" srcId="{F5F1B5F9-96D2-4D42-8E92-2BCA6012D5A0}" destId="{89BEF9A6-348B-41C3-8562-080D0F5012A0}" srcOrd="3" destOrd="0" presId="urn:microsoft.com/office/officeart/2018/2/layout/IconLabelDescriptionList"/>
    <dgm:cxn modelId="{B3D271D3-6D95-4B95-8B50-CC345972D4FB}" type="presParOf" srcId="{F5F1B5F9-96D2-4D42-8E92-2BCA6012D5A0}" destId="{83C8C461-19AA-42F5-83F1-54F7274C54C0}" srcOrd="4" destOrd="0" presId="urn:microsoft.com/office/officeart/2018/2/layout/IconLabelDescriptionList"/>
    <dgm:cxn modelId="{9C98EF2F-8229-4B95-844A-0D08F5C2BA35}" type="presParOf" srcId="{B1F96172-8CE3-47A2-AC9F-0CD2CC1D58F1}" destId="{05635438-7EA1-4BAD-B37C-CCF488DFBB9B}" srcOrd="1" destOrd="0" presId="urn:microsoft.com/office/officeart/2018/2/layout/IconLabelDescriptionList"/>
    <dgm:cxn modelId="{1659686F-6BFF-456B-B682-AAE3D42AE990}" type="presParOf" srcId="{B1F96172-8CE3-47A2-AC9F-0CD2CC1D58F1}" destId="{98A9346D-9CC9-4DF8-9540-6866A3CF962F}" srcOrd="2" destOrd="0" presId="urn:microsoft.com/office/officeart/2018/2/layout/IconLabelDescriptionList"/>
    <dgm:cxn modelId="{3799EA71-59F8-4FCA-8A1C-BCAB8DA3F07E}" type="presParOf" srcId="{98A9346D-9CC9-4DF8-9540-6866A3CF962F}" destId="{B5741D79-8F07-4EA7-B3B7-0E71281CCF5A}" srcOrd="0" destOrd="0" presId="urn:microsoft.com/office/officeart/2018/2/layout/IconLabelDescriptionList"/>
    <dgm:cxn modelId="{8E692CC5-19DC-4E6B-BD85-323191DEFF19}" type="presParOf" srcId="{98A9346D-9CC9-4DF8-9540-6866A3CF962F}" destId="{9C93435F-4BC4-4D19-8789-4BB909AEBD94}" srcOrd="1" destOrd="0" presId="urn:microsoft.com/office/officeart/2018/2/layout/IconLabelDescriptionList"/>
    <dgm:cxn modelId="{62810736-2343-4AA2-9119-2A3C7372C08D}" type="presParOf" srcId="{98A9346D-9CC9-4DF8-9540-6866A3CF962F}" destId="{5667030D-9667-410D-B143-EF8F1A5B82C9}" srcOrd="2" destOrd="0" presId="urn:microsoft.com/office/officeart/2018/2/layout/IconLabelDescriptionList"/>
    <dgm:cxn modelId="{48DC7686-9425-4C7F-A7BD-D7B617EC7215}" type="presParOf" srcId="{98A9346D-9CC9-4DF8-9540-6866A3CF962F}" destId="{5DAC1867-C504-4D69-AB89-54F58BA9B550}" srcOrd="3" destOrd="0" presId="urn:microsoft.com/office/officeart/2018/2/layout/IconLabelDescriptionList"/>
    <dgm:cxn modelId="{1B7BB4DC-D212-437E-BA52-9671271B28AF}" type="presParOf" srcId="{98A9346D-9CC9-4DF8-9540-6866A3CF962F}" destId="{20404473-BCAD-4DCB-B550-4314C25C782B}" srcOrd="4" destOrd="0" presId="urn:microsoft.com/office/officeart/2018/2/layout/IconLabelDescriptionList"/>
    <dgm:cxn modelId="{EE8CEEE5-1EBB-4D42-97BD-D97FEF9BB9CC}" type="presParOf" srcId="{B1F96172-8CE3-47A2-AC9F-0CD2CC1D58F1}" destId="{3D5F1EB6-5C8B-416F-BC0B-A33112E9057C}" srcOrd="3" destOrd="0" presId="urn:microsoft.com/office/officeart/2018/2/layout/IconLabelDescriptionList"/>
    <dgm:cxn modelId="{F98D04B6-0BEE-466D-83AB-43AEE74241E4}" type="presParOf" srcId="{B1F96172-8CE3-47A2-AC9F-0CD2CC1D58F1}" destId="{EA9F28AE-574D-4BB5-9A63-160AB7397D6C}" srcOrd="4" destOrd="0" presId="urn:microsoft.com/office/officeart/2018/2/layout/IconLabelDescriptionList"/>
    <dgm:cxn modelId="{B5C3CDED-6FB4-4F14-AF44-B3105CA354E3}" type="presParOf" srcId="{EA9F28AE-574D-4BB5-9A63-160AB7397D6C}" destId="{FBB18215-20CE-4DCF-8D37-78D40429FA22}" srcOrd="0" destOrd="0" presId="urn:microsoft.com/office/officeart/2018/2/layout/IconLabelDescriptionList"/>
    <dgm:cxn modelId="{7B415824-7D0B-4636-BF1F-AD758B869906}" type="presParOf" srcId="{EA9F28AE-574D-4BB5-9A63-160AB7397D6C}" destId="{F56E4813-FAC0-4DB8-8141-902EB7C042EF}" srcOrd="1" destOrd="0" presId="urn:microsoft.com/office/officeart/2018/2/layout/IconLabelDescriptionList"/>
    <dgm:cxn modelId="{B63AD2DA-509A-43AB-AE8C-A15DD43689E9}" type="presParOf" srcId="{EA9F28AE-574D-4BB5-9A63-160AB7397D6C}" destId="{14B35203-6568-4269-B6A1-24B6A16837FB}" srcOrd="2" destOrd="0" presId="urn:microsoft.com/office/officeart/2018/2/layout/IconLabelDescriptionList"/>
    <dgm:cxn modelId="{50E018E3-7F6B-4329-A031-A925A4B2382F}" type="presParOf" srcId="{EA9F28AE-574D-4BB5-9A63-160AB7397D6C}" destId="{3423AF34-8EBB-4611-A74B-C5CA75AD6593}" srcOrd="3" destOrd="0" presId="urn:microsoft.com/office/officeart/2018/2/layout/IconLabelDescriptionList"/>
    <dgm:cxn modelId="{715673D2-06BD-4353-80C1-CBFF03CB36C0}" type="presParOf" srcId="{EA9F28AE-574D-4BB5-9A63-160AB7397D6C}" destId="{368231F9-E6A9-4695-87C9-7C061873AB12}"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78FC12D-9F29-41D4-A42B-C1EB1CC31AA5}"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BEF753E-49C8-4083-B8D7-3ED57AD79372}">
      <dgm:prSet/>
      <dgm:spPr/>
      <dgm:t>
        <a:bodyPr/>
        <a:lstStyle/>
        <a:p>
          <a:pPr>
            <a:defRPr b="1"/>
          </a:pPr>
          <a:r>
            <a:rPr lang="en-SG" i="1" dirty="0"/>
            <a:t>Similarity:</a:t>
          </a:r>
          <a:r>
            <a:rPr lang="en-SG" dirty="0"/>
            <a:t> </a:t>
          </a:r>
          <a:endParaRPr lang="en-US" dirty="0"/>
        </a:p>
      </dgm:t>
    </dgm:pt>
    <dgm:pt modelId="{FDF91F2A-4DDF-40BC-837D-2FB77DDA7A59}" type="parTrans" cxnId="{0C1CBFA6-806D-4AEC-B96A-93B172EB4C2D}">
      <dgm:prSet/>
      <dgm:spPr/>
      <dgm:t>
        <a:bodyPr/>
        <a:lstStyle/>
        <a:p>
          <a:endParaRPr lang="en-US"/>
        </a:p>
      </dgm:t>
    </dgm:pt>
    <dgm:pt modelId="{99485C97-B0D7-4026-BF3A-0A6384B00D63}" type="sibTrans" cxnId="{0C1CBFA6-806D-4AEC-B96A-93B172EB4C2D}">
      <dgm:prSet/>
      <dgm:spPr/>
      <dgm:t>
        <a:bodyPr/>
        <a:lstStyle/>
        <a:p>
          <a:endParaRPr lang="en-US"/>
        </a:p>
      </dgm:t>
    </dgm:pt>
    <dgm:pt modelId="{B6BDF4FD-2A21-4AA7-9B76-0BB8B3BFC7F1}">
      <dgm:prSet/>
      <dgm:spPr/>
      <dgm:t>
        <a:bodyPr/>
        <a:lstStyle/>
        <a:p>
          <a:r>
            <a:rPr lang="en-SG" dirty="0"/>
            <a:t>This class determines how Lucene weights terms and scores a document. </a:t>
          </a:r>
          <a:endParaRPr lang="en-US" dirty="0"/>
        </a:p>
      </dgm:t>
    </dgm:pt>
    <dgm:pt modelId="{343FE0A6-96A5-49CA-B06C-4C5581944FA5}" type="parTrans" cxnId="{1D60826C-04E9-4B7F-969C-96F0F9D8C04D}">
      <dgm:prSet/>
      <dgm:spPr/>
      <dgm:t>
        <a:bodyPr/>
        <a:lstStyle/>
        <a:p>
          <a:endParaRPr lang="en-US"/>
        </a:p>
      </dgm:t>
    </dgm:pt>
    <dgm:pt modelId="{A33A8619-E2E9-4873-886E-6BB263369E58}" type="sibTrans" cxnId="{1D60826C-04E9-4B7F-969C-96F0F9D8C04D}">
      <dgm:prSet/>
      <dgm:spPr/>
      <dgm:t>
        <a:bodyPr/>
        <a:lstStyle/>
        <a:p>
          <a:endParaRPr lang="en-US"/>
        </a:p>
      </dgm:t>
    </dgm:pt>
    <dgm:pt modelId="{CF790C42-A721-4596-84D4-1901A7452EAC}">
      <dgm:prSet/>
      <dgm:spPr/>
      <dgm:t>
        <a:bodyPr/>
        <a:lstStyle/>
        <a:p>
          <a:r>
            <a:rPr lang="en-SG"/>
            <a:t>If you want to change the scoring behavior, this is the class to extend.</a:t>
          </a:r>
          <a:endParaRPr lang="en-US"/>
        </a:p>
      </dgm:t>
    </dgm:pt>
    <dgm:pt modelId="{EC549F49-0EFA-4A94-8CBF-74CBBC5C1E90}" type="parTrans" cxnId="{A9E59E23-94C4-4512-B5B2-3332032DCB55}">
      <dgm:prSet/>
      <dgm:spPr/>
      <dgm:t>
        <a:bodyPr/>
        <a:lstStyle/>
        <a:p>
          <a:endParaRPr lang="en-US"/>
        </a:p>
      </dgm:t>
    </dgm:pt>
    <dgm:pt modelId="{45FD3D7D-AB02-4E17-A040-3D8689730772}" type="sibTrans" cxnId="{A9E59E23-94C4-4512-B5B2-3332032DCB55}">
      <dgm:prSet/>
      <dgm:spPr/>
      <dgm:t>
        <a:bodyPr/>
        <a:lstStyle/>
        <a:p>
          <a:endParaRPr lang="en-US"/>
        </a:p>
      </dgm:t>
    </dgm:pt>
    <dgm:pt modelId="{7122A83F-F2BE-4021-9903-17C767BB99B5}">
      <dgm:prSet/>
      <dgm:spPr/>
      <dgm:t>
        <a:bodyPr/>
        <a:lstStyle/>
        <a:p>
          <a:pPr>
            <a:defRPr b="1"/>
          </a:pPr>
          <a:r>
            <a:rPr lang="en-SG" i="1" dirty="0"/>
            <a:t>Response Writer:</a:t>
          </a:r>
          <a:r>
            <a:rPr lang="en-SG" dirty="0"/>
            <a:t> </a:t>
          </a:r>
          <a:endParaRPr lang="en-US" dirty="0"/>
        </a:p>
      </dgm:t>
    </dgm:pt>
    <dgm:pt modelId="{B0EDE1AF-5344-466D-A729-307AD067260A}" type="parTrans" cxnId="{2B6E6194-EB72-42C7-A6E1-54C1DB3B90AF}">
      <dgm:prSet/>
      <dgm:spPr/>
      <dgm:t>
        <a:bodyPr/>
        <a:lstStyle/>
        <a:p>
          <a:endParaRPr lang="en-US"/>
        </a:p>
      </dgm:t>
    </dgm:pt>
    <dgm:pt modelId="{9588E369-EFAF-471D-92E3-82A01A40DED9}" type="sibTrans" cxnId="{2B6E6194-EB72-42C7-A6E1-54C1DB3B90AF}">
      <dgm:prSet/>
      <dgm:spPr/>
      <dgm:t>
        <a:bodyPr/>
        <a:lstStyle/>
        <a:p>
          <a:endParaRPr lang="en-US"/>
        </a:p>
      </dgm:t>
    </dgm:pt>
    <dgm:pt modelId="{3BEDF77C-E724-4223-8B5F-EC5B6F43A9B2}">
      <dgm:prSet/>
      <dgm:spPr/>
      <dgm:t>
        <a:bodyPr/>
        <a:lstStyle/>
        <a:p>
          <a:r>
            <a:rPr lang="en-SG"/>
            <a:t>This decides how the response to the user query should be formatted. </a:t>
          </a:r>
          <a:endParaRPr lang="en-US"/>
        </a:p>
      </dgm:t>
    </dgm:pt>
    <dgm:pt modelId="{FA5B6B85-7D21-4CE3-8C12-5625DDCD3F80}" type="parTrans" cxnId="{DB2DF0F2-C8B4-4F9F-8459-230505BCEB3A}">
      <dgm:prSet/>
      <dgm:spPr/>
      <dgm:t>
        <a:bodyPr/>
        <a:lstStyle/>
        <a:p>
          <a:endParaRPr lang="en-US"/>
        </a:p>
      </dgm:t>
    </dgm:pt>
    <dgm:pt modelId="{4631D0F2-4FD5-4CFB-8BF6-6E00929671C0}" type="sibTrans" cxnId="{DB2DF0F2-C8B4-4F9F-8459-230505BCEB3A}">
      <dgm:prSet/>
      <dgm:spPr/>
      <dgm:t>
        <a:bodyPr/>
        <a:lstStyle/>
        <a:p>
          <a:endParaRPr lang="en-US"/>
        </a:p>
      </dgm:t>
    </dgm:pt>
    <dgm:pt modelId="{38B9B2B6-CE70-4D7E-BBD6-F0F62A14EEFB}">
      <dgm:prSet/>
      <dgm:spPr/>
      <dgm:t>
        <a:bodyPr/>
        <a:lstStyle/>
        <a:p>
          <a:r>
            <a:rPr lang="en-SG"/>
            <a:t>For each response type such as XML, JSON, or Velocity, there exists a separate response writer.</a:t>
          </a:r>
          <a:endParaRPr lang="en-US"/>
        </a:p>
      </dgm:t>
    </dgm:pt>
    <dgm:pt modelId="{911CC0B3-6BEA-46C4-B49F-BC1016244A75}" type="parTrans" cxnId="{62BE1CC5-0373-402F-9411-DF65A7D47431}">
      <dgm:prSet/>
      <dgm:spPr/>
      <dgm:t>
        <a:bodyPr/>
        <a:lstStyle/>
        <a:p>
          <a:endParaRPr lang="en-US"/>
        </a:p>
      </dgm:t>
    </dgm:pt>
    <dgm:pt modelId="{9CAB1D80-3C72-412D-B8BD-0E291E25227E}" type="sibTrans" cxnId="{62BE1CC5-0373-402F-9411-DF65A7D47431}">
      <dgm:prSet/>
      <dgm:spPr/>
      <dgm:t>
        <a:bodyPr/>
        <a:lstStyle/>
        <a:p>
          <a:endParaRPr lang="en-US"/>
        </a:p>
      </dgm:t>
    </dgm:pt>
    <dgm:pt modelId="{47382928-1DC7-4BE2-A0E5-B12CA6B48813}">
      <dgm:prSet/>
      <dgm:spPr/>
      <dgm:t>
        <a:bodyPr/>
        <a:lstStyle/>
        <a:p>
          <a:pPr>
            <a:defRPr b="1"/>
          </a:pPr>
          <a:r>
            <a:rPr lang="en-SG" i="1" dirty="0"/>
            <a:t>Analyzer/tokenizer:</a:t>
          </a:r>
          <a:r>
            <a:rPr lang="en-SG" dirty="0"/>
            <a:t> </a:t>
          </a:r>
          <a:endParaRPr lang="en-US" dirty="0"/>
        </a:p>
      </dgm:t>
    </dgm:pt>
    <dgm:pt modelId="{242C1267-AB29-4073-BE74-C5E23D11EDA9}" type="parTrans" cxnId="{1FA60EBC-F596-477C-A88A-2A20E18344B4}">
      <dgm:prSet/>
      <dgm:spPr/>
      <dgm:t>
        <a:bodyPr/>
        <a:lstStyle/>
        <a:p>
          <a:endParaRPr lang="en-US"/>
        </a:p>
      </dgm:t>
    </dgm:pt>
    <dgm:pt modelId="{92B57D4C-36C2-44C8-8173-7CD244B022AE}" type="sibTrans" cxnId="{1FA60EBC-F596-477C-A88A-2A20E18344B4}">
      <dgm:prSet/>
      <dgm:spPr/>
      <dgm:t>
        <a:bodyPr/>
        <a:lstStyle/>
        <a:p>
          <a:endParaRPr lang="en-US"/>
        </a:p>
      </dgm:t>
    </dgm:pt>
    <dgm:pt modelId="{8D1CB8DF-2410-4DEC-B60C-4511C9394F9E}">
      <dgm:prSet/>
      <dgm:spPr/>
      <dgm:t>
        <a:bodyPr/>
        <a:lstStyle/>
        <a:p>
          <a:r>
            <a:rPr lang="en-SG"/>
            <a:t>The smallest unit of data that Lucene understands is a token. </a:t>
          </a:r>
          <a:endParaRPr lang="en-US"/>
        </a:p>
      </dgm:t>
    </dgm:pt>
    <dgm:pt modelId="{DF04625E-B1C7-431C-A3D0-F9697E0B9BEB}" type="parTrans" cxnId="{5915D3CB-B232-43CF-9CDD-9D63778F1A25}">
      <dgm:prSet/>
      <dgm:spPr/>
      <dgm:t>
        <a:bodyPr/>
        <a:lstStyle/>
        <a:p>
          <a:endParaRPr lang="en-US"/>
        </a:p>
      </dgm:t>
    </dgm:pt>
    <dgm:pt modelId="{A0C38480-9386-42C4-BAF9-C0A80AACC506}" type="sibTrans" cxnId="{5915D3CB-B232-43CF-9CDD-9D63778F1A25}">
      <dgm:prSet/>
      <dgm:spPr/>
      <dgm:t>
        <a:bodyPr/>
        <a:lstStyle/>
        <a:p>
          <a:endParaRPr lang="en-US"/>
        </a:p>
      </dgm:t>
    </dgm:pt>
    <dgm:pt modelId="{5A7B4D01-C2E2-4C7E-9DB2-5F854D4F006D}">
      <dgm:prSet/>
      <dgm:spPr/>
      <dgm:t>
        <a:bodyPr/>
        <a:lstStyle/>
        <a:p>
          <a:r>
            <a:rPr lang="en-SG"/>
            <a:t>The implementations of Analyzer, tokenizer or TokenFilter decide how to break the text into tokens.</a:t>
          </a:r>
          <a:endParaRPr lang="en-US"/>
        </a:p>
      </dgm:t>
    </dgm:pt>
    <dgm:pt modelId="{B6E5EAF1-2277-4E0A-8B0B-107C1A184381}" type="parTrans" cxnId="{BD69EC4A-D878-49EC-9A52-9E7DA9A7F3D9}">
      <dgm:prSet/>
      <dgm:spPr/>
      <dgm:t>
        <a:bodyPr/>
        <a:lstStyle/>
        <a:p>
          <a:endParaRPr lang="en-US"/>
        </a:p>
      </dgm:t>
    </dgm:pt>
    <dgm:pt modelId="{630B1A1E-E8AC-4622-824F-FAE8BA73E796}" type="sibTrans" cxnId="{BD69EC4A-D878-49EC-9A52-9E7DA9A7F3D9}">
      <dgm:prSet/>
      <dgm:spPr/>
      <dgm:t>
        <a:bodyPr/>
        <a:lstStyle/>
        <a:p>
          <a:endParaRPr lang="en-US"/>
        </a:p>
      </dgm:t>
    </dgm:pt>
    <dgm:pt modelId="{E4162F5F-E236-49BF-99EE-1BD83458CA83}">
      <dgm:prSet/>
      <dgm:spPr/>
      <dgm:t>
        <a:bodyPr/>
        <a:lstStyle/>
        <a:p>
          <a:pPr>
            <a:defRPr b="1"/>
          </a:pPr>
          <a:r>
            <a:rPr lang="en-SG" i="1" dirty="0"/>
            <a:t>Update Request Processor:</a:t>
          </a:r>
          <a:r>
            <a:rPr lang="en-SG" dirty="0"/>
            <a:t> </a:t>
          </a:r>
          <a:endParaRPr lang="en-US" dirty="0"/>
        </a:p>
      </dgm:t>
    </dgm:pt>
    <dgm:pt modelId="{A374539D-EC12-4A42-95EE-DE282E10AA9C}" type="parTrans" cxnId="{5B54E4B4-7249-4541-8352-CAFD96571AC4}">
      <dgm:prSet/>
      <dgm:spPr/>
      <dgm:t>
        <a:bodyPr/>
        <a:lstStyle/>
        <a:p>
          <a:endParaRPr lang="en-US"/>
        </a:p>
      </dgm:t>
    </dgm:pt>
    <dgm:pt modelId="{ADADD990-7BFF-4684-A835-6834432B2875}" type="sibTrans" cxnId="{5B54E4B4-7249-4541-8352-CAFD96571AC4}">
      <dgm:prSet/>
      <dgm:spPr/>
      <dgm:t>
        <a:bodyPr/>
        <a:lstStyle/>
        <a:p>
          <a:endParaRPr lang="en-US"/>
        </a:p>
      </dgm:t>
    </dgm:pt>
    <dgm:pt modelId="{A18B7D21-928B-40D3-8EB0-4542FC31812D}">
      <dgm:prSet/>
      <dgm:spPr/>
      <dgm:t>
        <a:bodyPr/>
        <a:lstStyle/>
        <a:p>
          <a:r>
            <a:rPr lang="en-SG"/>
            <a:t>While indexing your document, you can invoke a set of UpdateRequestProcessor as part of your chain to perform custom actions upon your data.</a:t>
          </a:r>
          <a:endParaRPr lang="en-US"/>
        </a:p>
      </dgm:t>
    </dgm:pt>
    <dgm:pt modelId="{F20C2FB5-5EBC-47C9-821F-7DFCD4CAAC72}" type="parTrans" cxnId="{69D43453-34D1-4707-8A48-50156D3064DC}">
      <dgm:prSet/>
      <dgm:spPr/>
      <dgm:t>
        <a:bodyPr/>
        <a:lstStyle/>
        <a:p>
          <a:endParaRPr lang="en-US"/>
        </a:p>
      </dgm:t>
    </dgm:pt>
    <dgm:pt modelId="{D5AEB7C6-C78F-4291-9577-5E41F5765EEA}" type="sibTrans" cxnId="{69D43453-34D1-4707-8A48-50156D3064DC}">
      <dgm:prSet/>
      <dgm:spPr/>
      <dgm:t>
        <a:bodyPr/>
        <a:lstStyle/>
        <a:p>
          <a:endParaRPr lang="en-US"/>
        </a:p>
      </dgm:t>
    </dgm:pt>
    <dgm:pt modelId="{EB9BBC2C-EAF7-47EE-8992-E19329F20DBF}" type="pres">
      <dgm:prSet presAssocID="{178FC12D-9F29-41D4-A42B-C1EB1CC31AA5}" presName="root" presStyleCnt="0">
        <dgm:presLayoutVars>
          <dgm:dir/>
          <dgm:resizeHandles val="exact"/>
        </dgm:presLayoutVars>
      </dgm:prSet>
      <dgm:spPr/>
    </dgm:pt>
    <dgm:pt modelId="{A8B05D2D-107C-4961-AF36-041AFF8E3510}" type="pres">
      <dgm:prSet presAssocID="{ABEF753E-49C8-4083-B8D7-3ED57AD79372}" presName="compNode" presStyleCnt="0"/>
      <dgm:spPr/>
    </dgm:pt>
    <dgm:pt modelId="{1FCE3EB1-7B36-416C-9ED5-FBD30C2F1AAD}" type="pres">
      <dgm:prSet presAssocID="{ABEF753E-49C8-4083-B8D7-3ED57AD7937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63371BE4-CC7C-4B02-90B2-521A88EAC116}" type="pres">
      <dgm:prSet presAssocID="{ABEF753E-49C8-4083-B8D7-3ED57AD79372}" presName="iconSpace" presStyleCnt="0"/>
      <dgm:spPr/>
    </dgm:pt>
    <dgm:pt modelId="{40416368-4300-409B-9719-0B1B969D5492}" type="pres">
      <dgm:prSet presAssocID="{ABEF753E-49C8-4083-B8D7-3ED57AD79372}" presName="parTx" presStyleLbl="revTx" presStyleIdx="0" presStyleCnt="8">
        <dgm:presLayoutVars>
          <dgm:chMax val="0"/>
          <dgm:chPref val="0"/>
        </dgm:presLayoutVars>
      </dgm:prSet>
      <dgm:spPr/>
    </dgm:pt>
    <dgm:pt modelId="{6FBCFECF-45DB-4420-9AD2-93605564D0A6}" type="pres">
      <dgm:prSet presAssocID="{ABEF753E-49C8-4083-B8D7-3ED57AD79372}" presName="txSpace" presStyleCnt="0"/>
      <dgm:spPr/>
    </dgm:pt>
    <dgm:pt modelId="{A70B56E6-2AD8-40A2-8F32-FC2BC9BED320}" type="pres">
      <dgm:prSet presAssocID="{ABEF753E-49C8-4083-B8D7-3ED57AD79372}" presName="desTx" presStyleLbl="revTx" presStyleIdx="1" presStyleCnt="8">
        <dgm:presLayoutVars/>
      </dgm:prSet>
      <dgm:spPr/>
    </dgm:pt>
    <dgm:pt modelId="{58933B06-1F15-4080-8826-7FB3F9DE4DFF}" type="pres">
      <dgm:prSet presAssocID="{99485C97-B0D7-4026-BF3A-0A6384B00D63}" presName="sibTrans" presStyleCnt="0"/>
      <dgm:spPr/>
    </dgm:pt>
    <dgm:pt modelId="{31B6884A-5E72-43FF-B077-D1131D3C0C14}" type="pres">
      <dgm:prSet presAssocID="{7122A83F-F2BE-4021-9903-17C767BB99B5}" presName="compNode" presStyleCnt="0"/>
      <dgm:spPr/>
    </dgm:pt>
    <dgm:pt modelId="{AD73B8ED-C782-482A-B35D-C3B124A61533}" type="pres">
      <dgm:prSet presAssocID="{7122A83F-F2BE-4021-9903-17C767BB99B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otes"/>
        </a:ext>
      </dgm:extLst>
    </dgm:pt>
    <dgm:pt modelId="{653C025D-8A75-42C8-8EE6-1315DF64D43D}" type="pres">
      <dgm:prSet presAssocID="{7122A83F-F2BE-4021-9903-17C767BB99B5}" presName="iconSpace" presStyleCnt="0"/>
      <dgm:spPr/>
    </dgm:pt>
    <dgm:pt modelId="{F1A4F4FA-C7BE-46F4-84E7-F266FAEFB494}" type="pres">
      <dgm:prSet presAssocID="{7122A83F-F2BE-4021-9903-17C767BB99B5}" presName="parTx" presStyleLbl="revTx" presStyleIdx="2" presStyleCnt="8">
        <dgm:presLayoutVars>
          <dgm:chMax val="0"/>
          <dgm:chPref val="0"/>
        </dgm:presLayoutVars>
      </dgm:prSet>
      <dgm:spPr/>
    </dgm:pt>
    <dgm:pt modelId="{9482E95C-090F-4942-9C7C-EDD6B40168F8}" type="pres">
      <dgm:prSet presAssocID="{7122A83F-F2BE-4021-9903-17C767BB99B5}" presName="txSpace" presStyleCnt="0"/>
      <dgm:spPr/>
    </dgm:pt>
    <dgm:pt modelId="{03F3541C-7124-40C6-A68B-1D4967A009E0}" type="pres">
      <dgm:prSet presAssocID="{7122A83F-F2BE-4021-9903-17C767BB99B5}" presName="desTx" presStyleLbl="revTx" presStyleIdx="3" presStyleCnt="8">
        <dgm:presLayoutVars/>
      </dgm:prSet>
      <dgm:spPr/>
    </dgm:pt>
    <dgm:pt modelId="{E55197A1-DE72-411F-A979-D2D9F47220E6}" type="pres">
      <dgm:prSet presAssocID="{9588E369-EFAF-471D-92E3-82A01A40DED9}" presName="sibTrans" presStyleCnt="0"/>
      <dgm:spPr/>
    </dgm:pt>
    <dgm:pt modelId="{EE3D3D29-163B-4EC4-A1C5-520F4F3F58A9}" type="pres">
      <dgm:prSet presAssocID="{47382928-1DC7-4BE2-A0E5-B12CA6B48813}" presName="compNode" presStyleCnt="0"/>
      <dgm:spPr/>
    </dgm:pt>
    <dgm:pt modelId="{3CEFA7D5-41E4-4F55-8C53-7CDD20953773}" type="pres">
      <dgm:prSet presAssocID="{47382928-1DC7-4BE2-A0E5-B12CA6B4881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itcoin"/>
        </a:ext>
      </dgm:extLst>
    </dgm:pt>
    <dgm:pt modelId="{5D37BA2B-FD73-4489-8AEB-AD41BF019D91}" type="pres">
      <dgm:prSet presAssocID="{47382928-1DC7-4BE2-A0E5-B12CA6B48813}" presName="iconSpace" presStyleCnt="0"/>
      <dgm:spPr/>
    </dgm:pt>
    <dgm:pt modelId="{E64DEEEF-9AE6-461A-9160-C2E482752FF4}" type="pres">
      <dgm:prSet presAssocID="{47382928-1DC7-4BE2-A0E5-B12CA6B48813}" presName="parTx" presStyleLbl="revTx" presStyleIdx="4" presStyleCnt="8">
        <dgm:presLayoutVars>
          <dgm:chMax val="0"/>
          <dgm:chPref val="0"/>
        </dgm:presLayoutVars>
      </dgm:prSet>
      <dgm:spPr/>
    </dgm:pt>
    <dgm:pt modelId="{6A58DBF5-631C-4C9B-A7B2-496392E6E588}" type="pres">
      <dgm:prSet presAssocID="{47382928-1DC7-4BE2-A0E5-B12CA6B48813}" presName="txSpace" presStyleCnt="0"/>
      <dgm:spPr/>
    </dgm:pt>
    <dgm:pt modelId="{B9B846E7-1FC1-4D8E-99ED-E2DD5E812DA5}" type="pres">
      <dgm:prSet presAssocID="{47382928-1DC7-4BE2-A0E5-B12CA6B48813}" presName="desTx" presStyleLbl="revTx" presStyleIdx="5" presStyleCnt="8">
        <dgm:presLayoutVars/>
      </dgm:prSet>
      <dgm:spPr/>
    </dgm:pt>
    <dgm:pt modelId="{BA4C4BE4-F187-458D-95B0-66BA73ED1B0E}" type="pres">
      <dgm:prSet presAssocID="{92B57D4C-36C2-44C8-8173-7CD244B022AE}" presName="sibTrans" presStyleCnt="0"/>
      <dgm:spPr/>
    </dgm:pt>
    <dgm:pt modelId="{8D2A1217-05FD-4745-82C4-40951358A6CF}" type="pres">
      <dgm:prSet presAssocID="{E4162F5F-E236-49BF-99EE-1BD83458CA83}" presName="compNode" presStyleCnt="0"/>
      <dgm:spPr/>
    </dgm:pt>
    <dgm:pt modelId="{E3CDF86F-1A26-4FC2-A503-8A5352DAB764}" type="pres">
      <dgm:prSet presAssocID="{E4162F5F-E236-49BF-99EE-1BD83458CA8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tabase"/>
        </a:ext>
      </dgm:extLst>
    </dgm:pt>
    <dgm:pt modelId="{80286CC2-45B8-4D8E-A9D4-F2FC6DF24280}" type="pres">
      <dgm:prSet presAssocID="{E4162F5F-E236-49BF-99EE-1BD83458CA83}" presName="iconSpace" presStyleCnt="0"/>
      <dgm:spPr/>
    </dgm:pt>
    <dgm:pt modelId="{04C63676-E314-4592-8D75-3B887AEA1162}" type="pres">
      <dgm:prSet presAssocID="{E4162F5F-E236-49BF-99EE-1BD83458CA83}" presName="parTx" presStyleLbl="revTx" presStyleIdx="6" presStyleCnt="8">
        <dgm:presLayoutVars>
          <dgm:chMax val="0"/>
          <dgm:chPref val="0"/>
        </dgm:presLayoutVars>
      </dgm:prSet>
      <dgm:spPr/>
    </dgm:pt>
    <dgm:pt modelId="{CF79827F-E773-4C94-AF1B-C788B530909B}" type="pres">
      <dgm:prSet presAssocID="{E4162F5F-E236-49BF-99EE-1BD83458CA83}" presName="txSpace" presStyleCnt="0"/>
      <dgm:spPr/>
    </dgm:pt>
    <dgm:pt modelId="{F5F86092-E9AC-4B99-BF86-A36F67FD7B36}" type="pres">
      <dgm:prSet presAssocID="{E4162F5F-E236-49BF-99EE-1BD83458CA83}" presName="desTx" presStyleLbl="revTx" presStyleIdx="7" presStyleCnt="8">
        <dgm:presLayoutVars/>
      </dgm:prSet>
      <dgm:spPr/>
    </dgm:pt>
  </dgm:ptLst>
  <dgm:cxnLst>
    <dgm:cxn modelId="{A9E59E23-94C4-4512-B5B2-3332032DCB55}" srcId="{ABEF753E-49C8-4083-B8D7-3ED57AD79372}" destId="{CF790C42-A721-4596-84D4-1901A7452EAC}" srcOrd="1" destOrd="0" parTransId="{EC549F49-0EFA-4A94-8CBF-74CBBC5C1E90}" sibTransId="{45FD3D7D-AB02-4E17-A040-3D8689730772}"/>
    <dgm:cxn modelId="{C0586130-B5F4-4C3F-B62E-C2ED12432616}" type="presOf" srcId="{5A7B4D01-C2E2-4C7E-9DB2-5F854D4F006D}" destId="{B9B846E7-1FC1-4D8E-99ED-E2DD5E812DA5}" srcOrd="0" destOrd="1" presId="urn:microsoft.com/office/officeart/2018/5/layout/CenteredIconLabelDescriptionList"/>
    <dgm:cxn modelId="{B75A233F-7D12-4AA1-BB64-5AC6696B0C2B}" type="presOf" srcId="{8D1CB8DF-2410-4DEC-B60C-4511C9394F9E}" destId="{B9B846E7-1FC1-4D8E-99ED-E2DD5E812DA5}" srcOrd="0" destOrd="0" presId="urn:microsoft.com/office/officeart/2018/5/layout/CenteredIconLabelDescriptionList"/>
    <dgm:cxn modelId="{A1003563-A488-4912-B8C1-5F47E94DF895}" type="presOf" srcId="{ABEF753E-49C8-4083-B8D7-3ED57AD79372}" destId="{40416368-4300-409B-9719-0B1B969D5492}" srcOrd="0" destOrd="0" presId="urn:microsoft.com/office/officeart/2018/5/layout/CenteredIconLabelDescriptionList"/>
    <dgm:cxn modelId="{BD69EC4A-D878-49EC-9A52-9E7DA9A7F3D9}" srcId="{47382928-1DC7-4BE2-A0E5-B12CA6B48813}" destId="{5A7B4D01-C2E2-4C7E-9DB2-5F854D4F006D}" srcOrd="1" destOrd="0" parTransId="{B6E5EAF1-2277-4E0A-8B0B-107C1A184381}" sibTransId="{630B1A1E-E8AC-4622-824F-FAE8BA73E796}"/>
    <dgm:cxn modelId="{1D60826C-04E9-4B7F-969C-96F0F9D8C04D}" srcId="{ABEF753E-49C8-4083-B8D7-3ED57AD79372}" destId="{B6BDF4FD-2A21-4AA7-9B76-0BB8B3BFC7F1}" srcOrd="0" destOrd="0" parTransId="{343FE0A6-96A5-49CA-B06C-4C5581944FA5}" sibTransId="{A33A8619-E2E9-4873-886E-6BB263369E58}"/>
    <dgm:cxn modelId="{69D43453-34D1-4707-8A48-50156D3064DC}" srcId="{E4162F5F-E236-49BF-99EE-1BD83458CA83}" destId="{A18B7D21-928B-40D3-8EB0-4542FC31812D}" srcOrd="0" destOrd="0" parTransId="{F20C2FB5-5EBC-47C9-821F-7DFCD4CAAC72}" sibTransId="{D5AEB7C6-C78F-4291-9577-5E41F5765EEA}"/>
    <dgm:cxn modelId="{25E46253-0E88-490E-BC7C-9B60B66D6925}" type="presOf" srcId="{47382928-1DC7-4BE2-A0E5-B12CA6B48813}" destId="{E64DEEEF-9AE6-461A-9160-C2E482752FF4}" srcOrd="0" destOrd="0" presId="urn:microsoft.com/office/officeart/2018/5/layout/CenteredIconLabelDescriptionList"/>
    <dgm:cxn modelId="{A6553857-392D-4734-9101-B796A32AE106}" type="presOf" srcId="{CF790C42-A721-4596-84D4-1901A7452EAC}" destId="{A70B56E6-2AD8-40A2-8F32-FC2BC9BED320}" srcOrd="0" destOrd="1" presId="urn:microsoft.com/office/officeart/2018/5/layout/CenteredIconLabelDescriptionList"/>
    <dgm:cxn modelId="{D0DD427D-C47A-4EFF-9D75-53D0E0AB1CB8}" type="presOf" srcId="{7122A83F-F2BE-4021-9903-17C767BB99B5}" destId="{F1A4F4FA-C7BE-46F4-84E7-F266FAEFB494}" srcOrd="0" destOrd="0" presId="urn:microsoft.com/office/officeart/2018/5/layout/CenteredIconLabelDescriptionList"/>
    <dgm:cxn modelId="{2B6E6194-EB72-42C7-A6E1-54C1DB3B90AF}" srcId="{178FC12D-9F29-41D4-A42B-C1EB1CC31AA5}" destId="{7122A83F-F2BE-4021-9903-17C767BB99B5}" srcOrd="1" destOrd="0" parTransId="{B0EDE1AF-5344-466D-A729-307AD067260A}" sibTransId="{9588E369-EFAF-471D-92E3-82A01A40DED9}"/>
    <dgm:cxn modelId="{B0BA099B-3A12-4074-B102-3511F9847FF4}" type="presOf" srcId="{38B9B2B6-CE70-4D7E-BBD6-F0F62A14EEFB}" destId="{03F3541C-7124-40C6-A68B-1D4967A009E0}" srcOrd="0" destOrd="1" presId="urn:microsoft.com/office/officeart/2018/5/layout/CenteredIconLabelDescriptionList"/>
    <dgm:cxn modelId="{0C1CBFA6-806D-4AEC-B96A-93B172EB4C2D}" srcId="{178FC12D-9F29-41D4-A42B-C1EB1CC31AA5}" destId="{ABEF753E-49C8-4083-B8D7-3ED57AD79372}" srcOrd="0" destOrd="0" parTransId="{FDF91F2A-4DDF-40BC-837D-2FB77DDA7A59}" sibTransId="{99485C97-B0D7-4026-BF3A-0A6384B00D63}"/>
    <dgm:cxn modelId="{C6E049A8-59B9-4BE5-875B-D55E65FA9200}" type="presOf" srcId="{E4162F5F-E236-49BF-99EE-1BD83458CA83}" destId="{04C63676-E314-4592-8D75-3B887AEA1162}" srcOrd="0" destOrd="0" presId="urn:microsoft.com/office/officeart/2018/5/layout/CenteredIconLabelDescriptionList"/>
    <dgm:cxn modelId="{24312EAC-8B2D-4BD5-B9DF-457BD4B5548D}" type="presOf" srcId="{178FC12D-9F29-41D4-A42B-C1EB1CC31AA5}" destId="{EB9BBC2C-EAF7-47EE-8992-E19329F20DBF}" srcOrd="0" destOrd="0" presId="urn:microsoft.com/office/officeart/2018/5/layout/CenteredIconLabelDescriptionList"/>
    <dgm:cxn modelId="{5B54E4B4-7249-4541-8352-CAFD96571AC4}" srcId="{178FC12D-9F29-41D4-A42B-C1EB1CC31AA5}" destId="{E4162F5F-E236-49BF-99EE-1BD83458CA83}" srcOrd="3" destOrd="0" parTransId="{A374539D-EC12-4A42-95EE-DE282E10AA9C}" sibTransId="{ADADD990-7BFF-4684-A835-6834432B2875}"/>
    <dgm:cxn modelId="{1FA60EBC-F596-477C-A88A-2A20E18344B4}" srcId="{178FC12D-9F29-41D4-A42B-C1EB1CC31AA5}" destId="{47382928-1DC7-4BE2-A0E5-B12CA6B48813}" srcOrd="2" destOrd="0" parTransId="{242C1267-AB29-4073-BE74-C5E23D11EDA9}" sibTransId="{92B57D4C-36C2-44C8-8173-7CD244B022AE}"/>
    <dgm:cxn modelId="{356C0DBE-34A6-4B32-9166-EE50D0C55318}" type="presOf" srcId="{3BEDF77C-E724-4223-8B5F-EC5B6F43A9B2}" destId="{03F3541C-7124-40C6-A68B-1D4967A009E0}" srcOrd="0" destOrd="0" presId="urn:microsoft.com/office/officeart/2018/5/layout/CenteredIconLabelDescriptionList"/>
    <dgm:cxn modelId="{62BE1CC5-0373-402F-9411-DF65A7D47431}" srcId="{7122A83F-F2BE-4021-9903-17C767BB99B5}" destId="{38B9B2B6-CE70-4D7E-BBD6-F0F62A14EEFB}" srcOrd="1" destOrd="0" parTransId="{911CC0B3-6BEA-46C4-B49F-BC1016244A75}" sibTransId="{9CAB1D80-3C72-412D-B8BD-0E291E25227E}"/>
    <dgm:cxn modelId="{5915D3CB-B232-43CF-9CDD-9D63778F1A25}" srcId="{47382928-1DC7-4BE2-A0E5-B12CA6B48813}" destId="{8D1CB8DF-2410-4DEC-B60C-4511C9394F9E}" srcOrd="0" destOrd="0" parTransId="{DF04625E-B1C7-431C-A3D0-F9697E0B9BEB}" sibTransId="{A0C38480-9386-42C4-BAF9-C0A80AACC506}"/>
    <dgm:cxn modelId="{72217CE3-416E-4F88-9B7E-EE105BE16FC0}" type="presOf" srcId="{A18B7D21-928B-40D3-8EB0-4542FC31812D}" destId="{F5F86092-E9AC-4B99-BF86-A36F67FD7B36}" srcOrd="0" destOrd="0" presId="urn:microsoft.com/office/officeart/2018/5/layout/CenteredIconLabelDescriptionList"/>
    <dgm:cxn modelId="{DB2DF0F2-C8B4-4F9F-8459-230505BCEB3A}" srcId="{7122A83F-F2BE-4021-9903-17C767BB99B5}" destId="{3BEDF77C-E724-4223-8B5F-EC5B6F43A9B2}" srcOrd="0" destOrd="0" parTransId="{FA5B6B85-7D21-4CE3-8C12-5625DDCD3F80}" sibTransId="{4631D0F2-4FD5-4CFB-8BF6-6E00929671C0}"/>
    <dgm:cxn modelId="{21686BFC-5F9D-43C2-B4C7-AB362BEC5974}" type="presOf" srcId="{B6BDF4FD-2A21-4AA7-9B76-0BB8B3BFC7F1}" destId="{A70B56E6-2AD8-40A2-8F32-FC2BC9BED320}" srcOrd="0" destOrd="0" presId="urn:microsoft.com/office/officeart/2018/5/layout/CenteredIconLabelDescriptionList"/>
    <dgm:cxn modelId="{EB1366DB-8960-4274-9132-A5BD5A1D540F}" type="presParOf" srcId="{EB9BBC2C-EAF7-47EE-8992-E19329F20DBF}" destId="{A8B05D2D-107C-4961-AF36-041AFF8E3510}" srcOrd="0" destOrd="0" presId="urn:microsoft.com/office/officeart/2018/5/layout/CenteredIconLabelDescriptionList"/>
    <dgm:cxn modelId="{93481BD4-9409-4724-833C-123A0E1056DE}" type="presParOf" srcId="{A8B05D2D-107C-4961-AF36-041AFF8E3510}" destId="{1FCE3EB1-7B36-416C-9ED5-FBD30C2F1AAD}" srcOrd="0" destOrd="0" presId="urn:microsoft.com/office/officeart/2018/5/layout/CenteredIconLabelDescriptionList"/>
    <dgm:cxn modelId="{0ECD65EF-82BC-4F42-B6A7-D3563DE84CB0}" type="presParOf" srcId="{A8B05D2D-107C-4961-AF36-041AFF8E3510}" destId="{63371BE4-CC7C-4B02-90B2-521A88EAC116}" srcOrd="1" destOrd="0" presId="urn:microsoft.com/office/officeart/2018/5/layout/CenteredIconLabelDescriptionList"/>
    <dgm:cxn modelId="{EFD8FE2D-13C8-4A68-96B0-C54BB94C2D8E}" type="presParOf" srcId="{A8B05D2D-107C-4961-AF36-041AFF8E3510}" destId="{40416368-4300-409B-9719-0B1B969D5492}" srcOrd="2" destOrd="0" presId="urn:microsoft.com/office/officeart/2018/5/layout/CenteredIconLabelDescriptionList"/>
    <dgm:cxn modelId="{577E091E-E1CA-4662-A327-BE983D55D99B}" type="presParOf" srcId="{A8B05D2D-107C-4961-AF36-041AFF8E3510}" destId="{6FBCFECF-45DB-4420-9AD2-93605564D0A6}" srcOrd="3" destOrd="0" presId="urn:microsoft.com/office/officeart/2018/5/layout/CenteredIconLabelDescriptionList"/>
    <dgm:cxn modelId="{9781C219-5EEA-4D1D-AC89-5D20A8039270}" type="presParOf" srcId="{A8B05D2D-107C-4961-AF36-041AFF8E3510}" destId="{A70B56E6-2AD8-40A2-8F32-FC2BC9BED320}" srcOrd="4" destOrd="0" presId="urn:microsoft.com/office/officeart/2018/5/layout/CenteredIconLabelDescriptionList"/>
    <dgm:cxn modelId="{3B2609A4-1101-4339-AEEE-EA35A718B0B9}" type="presParOf" srcId="{EB9BBC2C-EAF7-47EE-8992-E19329F20DBF}" destId="{58933B06-1F15-4080-8826-7FB3F9DE4DFF}" srcOrd="1" destOrd="0" presId="urn:microsoft.com/office/officeart/2018/5/layout/CenteredIconLabelDescriptionList"/>
    <dgm:cxn modelId="{00AC4162-77C2-4CA0-9321-1AF238E1FCD1}" type="presParOf" srcId="{EB9BBC2C-EAF7-47EE-8992-E19329F20DBF}" destId="{31B6884A-5E72-43FF-B077-D1131D3C0C14}" srcOrd="2" destOrd="0" presId="urn:microsoft.com/office/officeart/2018/5/layout/CenteredIconLabelDescriptionList"/>
    <dgm:cxn modelId="{AF86B250-BBC1-4EBE-8801-713BCE596DD3}" type="presParOf" srcId="{31B6884A-5E72-43FF-B077-D1131D3C0C14}" destId="{AD73B8ED-C782-482A-B35D-C3B124A61533}" srcOrd="0" destOrd="0" presId="urn:microsoft.com/office/officeart/2018/5/layout/CenteredIconLabelDescriptionList"/>
    <dgm:cxn modelId="{2E1F9D6D-4F64-4A62-8911-1244DAE358F6}" type="presParOf" srcId="{31B6884A-5E72-43FF-B077-D1131D3C0C14}" destId="{653C025D-8A75-42C8-8EE6-1315DF64D43D}" srcOrd="1" destOrd="0" presId="urn:microsoft.com/office/officeart/2018/5/layout/CenteredIconLabelDescriptionList"/>
    <dgm:cxn modelId="{FF717299-1EFD-45F0-928D-EAB358ECCC87}" type="presParOf" srcId="{31B6884A-5E72-43FF-B077-D1131D3C0C14}" destId="{F1A4F4FA-C7BE-46F4-84E7-F266FAEFB494}" srcOrd="2" destOrd="0" presId="urn:microsoft.com/office/officeart/2018/5/layout/CenteredIconLabelDescriptionList"/>
    <dgm:cxn modelId="{F604F358-B493-44A4-9CC4-1A1541A6764B}" type="presParOf" srcId="{31B6884A-5E72-43FF-B077-D1131D3C0C14}" destId="{9482E95C-090F-4942-9C7C-EDD6B40168F8}" srcOrd="3" destOrd="0" presId="urn:microsoft.com/office/officeart/2018/5/layout/CenteredIconLabelDescriptionList"/>
    <dgm:cxn modelId="{BCA021C4-E134-4235-B192-5D007B11EC5E}" type="presParOf" srcId="{31B6884A-5E72-43FF-B077-D1131D3C0C14}" destId="{03F3541C-7124-40C6-A68B-1D4967A009E0}" srcOrd="4" destOrd="0" presId="urn:microsoft.com/office/officeart/2018/5/layout/CenteredIconLabelDescriptionList"/>
    <dgm:cxn modelId="{959CD713-8E2E-4CFC-AA5A-46D094C187BC}" type="presParOf" srcId="{EB9BBC2C-EAF7-47EE-8992-E19329F20DBF}" destId="{E55197A1-DE72-411F-A979-D2D9F47220E6}" srcOrd="3" destOrd="0" presId="urn:microsoft.com/office/officeart/2018/5/layout/CenteredIconLabelDescriptionList"/>
    <dgm:cxn modelId="{E94306E4-B65C-4203-A419-049AB55F4333}" type="presParOf" srcId="{EB9BBC2C-EAF7-47EE-8992-E19329F20DBF}" destId="{EE3D3D29-163B-4EC4-A1C5-520F4F3F58A9}" srcOrd="4" destOrd="0" presId="urn:microsoft.com/office/officeart/2018/5/layout/CenteredIconLabelDescriptionList"/>
    <dgm:cxn modelId="{459AD5AE-DC14-4C0A-950C-502FE9F8D710}" type="presParOf" srcId="{EE3D3D29-163B-4EC4-A1C5-520F4F3F58A9}" destId="{3CEFA7D5-41E4-4F55-8C53-7CDD20953773}" srcOrd="0" destOrd="0" presId="urn:microsoft.com/office/officeart/2018/5/layout/CenteredIconLabelDescriptionList"/>
    <dgm:cxn modelId="{5A5DEDC1-FCBD-478A-B94A-A4D055DE9B06}" type="presParOf" srcId="{EE3D3D29-163B-4EC4-A1C5-520F4F3F58A9}" destId="{5D37BA2B-FD73-4489-8AEB-AD41BF019D91}" srcOrd="1" destOrd="0" presId="urn:microsoft.com/office/officeart/2018/5/layout/CenteredIconLabelDescriptionList"/>
    <dgm:cxn modelId="{8F7F80B8-0F79-4B96-A501-5877B75D3CC5}" type="presParOf" srcId="{EE3D3D29-163B-4EC4-A1C5-520F4F3F58A9}" destId="{E64DEEEF-9AE6-461A-9160-C2E482752FF4}" srcOrd="2" destOrd="0" presId="urn:microsoft.com/office/officeart/2018/5/layout/CenteredIconLabelDescriptionList"/>
    <dgm:cxn modelId="{27B54868-95DD-4C48-889B-2479F62BE657}" type="presParOf" srcId="{EE3D3D29-163B-4EC4-A1C5-520F4F3F58A9}" destId="{6A58DBF5-631C-4C9B-A7B2-496392E6E588}" srcOrd="3" destOrd="0" presId="urn:microsoft.com/office/officeart/2018/5/layout/CenteredIconLabelDescriptionList"/>
    <dgm:cxn modelId="{5F6E8034-0167-4B87-9A47-03F7AB9B1B35}" type="presParOf" srcId="{EE3D3D29-163B-4EC4-A1C5-520F4F3F58A9}" destId="{B9B846E7-1FC1-4D8E-99ED-E2DD5E812DA5}" srcOrd="4" destOrd="0" presId="urn:microsoft.com/office/officeart/2018/5/layout/CenteredIconLabelDescriptionList"/>
    <dgm:cxn modelId="{1374B513-282C-484A-BEAC-8F83DA7F28AB}" type="presParOf" srcId="{EB9BBC2C-EAF7-47EE-8992-E19329F20DBF}" destId="{BA4C4BE4-F187-458D-95B0-66BA73ED1B0E}" srcOrd="5" destOrd="0" presId="urn:microsoft.com/office/officeart/2018/5/layout/CenteredIconLabelDescriptionList"/>
    <dgm:cxn modelId="{8531C695-7EB2-4D9B-9F3D-5B68D0750DFD}" type="presParOf" srcId="{EB9BBC2C-EAF7-47EE-8992-E19329F20DBF}" destId="{8D2A1217-05FD-4745-82C4-40951358A6CF}" srcOrd="6" destOrd="0" presId="urn:microsoft.com/office/officeart/2018/5/layout/CenteredIconLabelDescriptionList"/>
    <dgm:cxn modelId="{5A226113-81E1-45F3-9BD6-BB36347538BF}" type="presParOf" srcId="{8D2A1217-05FD-4745-82C4-40951358A6CF}" destId="{E3CDF86F-1A26-4FC2-A503-8A5352DAB764}" srcOrd="0" destOrd="0" presId="urn:microsoft.com/office/officeart/2018/5/layout/CenteredIconLabelDescriptionList"/>
    <dgm:cxn modelId="{E2A302CD-98BA-4D19-8159-45FC962F4C56}" type="presParOf" srcId="{8D2A1217-05FD-4745-82C4-40951358A6CF}" destId="{80286CC2-45B8-4D8E-A9D4-F2FC6DF24280}" srcOrd="1" destOrd="0" presId="urn:microsoft.com/office/officeart/2018/5/layout/CenteredIconLabelDescriptionList"/>
    <dgm:cxn modelId="{809F3281-FED0-4638-ABF8-D308B54A26DF}" type="presParOf" srcId="{8D2A1217-05FD-4745-82C4-40951358A6CF}" destId="{04C63676-E314-4592-8D75-3B887AEA1162}" srcOrd="2" destOrd="0" presId="urn:microsoft.com/office/officeart/2018/5/layout/CenteredIconLabelDescriptionList"/>
    <dgm:cxn modelId="{D2CBE62C-BD57-41AD-887C-1569CA046BD3}" type="presParOf" srcId="{8D2A1217-05FD-4745-82C4-40951358A6CF}" destId="{CF79827F-E773-4C94-AF1B-C788B530909B}" srcOrd="3" destOrd="0" presId="urn:microsoft.com/office/officeart/2018/5/layout/CenteredIconLabelDescriptionList"/>
    <dgm:cxn modelId="{3CBAC719-47B9-4113-A80F-ABB3571BBB38}" type="presParOf" srcId="{8D2A1217-05FD-4745-82C4-40951358A6CF}" destId="{F5F86092-E9AC-4B99-BF86-A36F67FD7B36}"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4741561-086F-4151-8624-CD61C13C15BC}" type="doc">
      <dgm:prSet loTypeId="urn:microsoft.com/office/officeart/2016/7/layout/RepeatingBendingProcessNew" loCatId="process" qsTypeId="urn:microsoft.com/office/officeart/2005/8/quickstyle/simple1" qsCatId="simple" csTypeId="urn:microsoft.com/office/officeart/2005/8/colors/colorful1" csCatId="colorful" phldr="1"/>
      <dgm:spPr/>
      <dgm:t>
        <a:bodyPr/>
        <a:lstStyle/>
        <a:p>
          <a:endParaRPr lang="ms-MY"/>
        </a:p>
      </dgm:t>
    </dgm:pt>
    <dgm:pt modelId="{0991B80A-A21E-4A33-B64B-76FBD361F2AB}">
      <dgm:prSet/>
      <dgm:spPr/>
      <dgm:t>
        <a:bodyPr/>
        <a:lstStyle/>
        <a:p>
          <a:r>
            <a:rPr lang="en-SG" b="1" dirty="0"/>
            <a:t>Text/context extraction</a:t>
          </a:r>
          <a:endParaRPr lang="en-MY" dirty="0"/>
        </a:p>
      </dgm:t>
    </dgm:pt>
    <dgm:pt modelId="{A68820B2-5F54-4B39-81D8-C0EB7D75A4B6}" type="parTrans" cxnId="{F4BD359C-0C32-490E-910A-8CE90BCC3CF5}">
      <dgm:prSet/>
      <dgm:spPr/>
      <dgm:t>
        <a:bodyPr/>
        <a:lstStyle/>
        <a:p>
          <a:endParaRPr lang="ms-MY"/>
        </a:p>
      </dgm:t>
    </dgm:pt>
    <dgm:pt modelId="{ADE522B9-CB84-4362-814A-0B3AB6C749DA}" type="sibTrans" cxnId="{F4BD359C-0C32-490E-910A-8CE90BCC3CF5}">
      <dgm:prSet/>
      <dgm:spPr>
        <a:ln w="38100">
          <a:solidFill>
            <a:schemeClr val="accent2">
              <a:lumMod val="75000"/>
            </a:schemeClr>
          </a:solidFill>
        </a:ln>
      </dgm:spPr>
      <dgm:t>
        <a:bodyPr/>
        <a:lstStyle/>
        <a:p>
          <a:endParaRPr lang="ms-MY"/>
        </a:p>
      </dgm:t>
    </dgm:pt>
    <dgm:pt modelId="{8EEFF9BE-AAD3-4FA9-96AC-A05FD611E40D}">
      <dgm:prSet/>
      <dgm:spPr/>
      <dgm:t>
        <a:bodyPr/>
        <a:lstStyle/>
        <a:p>
          <a:r>
            <a:rPr lang="en-SG" b="1" dirty="0"/>
            <a:t>Document preparation</a:t>
          </a:r>
          <a:endParaRPr lang="en-MY" dirty="0"/>
        </a:p>
      </dgm:t>
    </dgm:pt>
    <dgm:pt modelId="{329EC934-EC8F-4661-872B-9C0A55612224}" type="parTrans" cxnId="{E08B52C9-E5F2-4DDA-B180-DBB22A79AD5E}">
      <dgm:prSet/>
      <dgm:spPr/>
      <dgm:t>
        <a:bodyPr/>
        <a:lstStyle/>
        <a:p>
          <a:endParaRPr lang="ms-MY"/>
        </a:p>
      </dgm:t>
    </dgm:pt>
    <dgm:pt modelId="{335E3C31-5F1D-40E9-8454-5F68102CFAE2}" type="sibTrans" cxnId="{E08B52C9-E5F2-4DDA-B180-DBB22A79AD5E}">
      <dgm:prSet/>
      <dgm:spPr>
        <a:ln w="38100">
          <a:solidFill>
            <a:schemeClr val="accent2">
              <a:lumMod val="75000"/>
            </a:schemeClr>
          </a:solidFill>
        </a:ln>
      </dgm:spPr>
      <dgm:t>
        <a:bodyPr/>
        <a:lstStyle/>
        <a:p>
          <a:endParaRPr lang="ms-MY"/>
        </a:p>
      </dgm:t>
    </dgm:pt>
    <dgm:pt modelId="{DFA63E41-A24A-4BEA-AF38-463ED7489F7D}">
      <dgm:prSet/>
      <dgm:spPr/>
      <dgm:t>
        <a:bodyPr/>
        <a:lstStyle/>
        <a:p>
          <a:r>
            <a:rPr lang="en-SG" b="1" dirty="0"/>
            <a:t>Post and commit</a:t>
          </a:r>
          <a:endParaRPr lang="en-MY" dirty="0"/>
        </a:p>
      </dgm:t>
    </dgm:pt>
    <dgm:pt modelId="{D666DB26-7256-4E04-A239-679BE8A3B713}" type="parTrans" cxnId="{C3355EAA-2175-4AAB-906F-32D6D2AB079C}">
      <dgm:prSet/>
      <dgm:spPr/>
      <dgm:t>
        <a:bodyPr/>
        <a:lstStyle/>
        <a:p>
          <a:endParaRPr lang="ms-MY"/>
        </a:p>
      </dgm:t>
    </dgm:pt>
    <dgm:pt modelId="{467C0CBE-3C47-4E56-B825-613E2E62D3BA}" type="sibTrans" cxnId="{C3355EAA-2175-4AAB-906F-32D6D2AB079C}">
      <dgm:prSet/>
      <dgm:spPr>
        <a:ln w="38100">
          <a:solidFill>
            <a:schemeClr val="accent2">
              <a:lumMod val="75000"/>
            </a:schemeClr>
          </a:solidFill>
        </a:ln>
      </dgm:spPr>
      <dgm:t>
        <a:bodyPr/>
        <a:lstStyle/>
        <a:p>
          <a:endParaRPr lang="ms-MY"/>
        </a:p>
      </dgm:t>
    </dgm:pt>
    <dgm:pt modelId="{6C09B72C-6F61-4F63-BD96-6F47C87BAF83}">
      <dgm:prSet/>
      <dgm:spPr/>
      <dgm:t>
        <a:bodyPr/>
        <a:lstStyle/>
        <a:p>
          <a:r>
            <a:rPr lang="en-SG" b="1" dirty="0"/>
            <a:t>Document </a:t>
          </a:r>
          <a:r>
            <a:rPr lang="en-SG" b="1" dirty="0" err="1"/>
            <a:t>preprocessing</a:t>
          </a:r>
          <a:endParaRPr lang="en-MY" dirty="0"/>
        </a:p>
      </dgm:t>
    </dgm:pt>
    <dgm:pt modelId="{75C583F3-A146-485F-BFC5-52708235E66C}" type="parTrans" cxnId="{CA1F12D8-BA31-4E52-97ED-D0D9022AFC9E}">
      <dgm:prSet/>
      <dgm:spPr/>
      <dgm:t>
        <a:bodyPr/>
        <a:lstStyle/>
        <a:p>
          <a:endParaRPr lang="ms-MY"/>
        </a:p>
      </dgm:t>
    </dgm:pt>
    <dgm:pt modelId="{4797136E-1D20-4D1A-8FA1-42F281233068}" type="sibTrans" cxnId="{CA1F12D8-BA31-4E52-97ED-D0D9022AFC9E}">
      <dgm:prSet/>
      <dgm:spPr>
        <a:ln w="38100">
          <a:solidFill>
            <a:schemeClr val="accent2">
              <a:lumMod val="75000"/>
            </a:schemeClr>
          </a:solidFill>
        </a:ln>
      </dgm:spPr>
      <dgm:t>
        <a:bodyPr/>
        <a:lstStyle/>
        <a:p>
          <a:endParaRPr lang="ms-MY"/>
        </a:p>
      </dgm:t>
    </dgm:pt>
    <dgm:pt modelId="{B840FDEB-4B36-42DE-A19D-D81B4C4B3E68}">
      <dgm:prSet/>
      <dgm:spPr/>
      <dgm:t>
        <a:bodyPr/>
        <a:lstStyle/>
        <a:p>
          <a:r>
            <a:rPr lang="en-SG" b="1" dirty="0"/>
            <a:t>Field analysis</a:t>
          </a:r>
          <a:endParaRPr lang="en-MY" dirty="0"/>
        </a:p>
      </dgm:t>
    </dgm:pt>
    <dgm:pt modelId="{C5222728-DC69-45AD-92F8-80912D52F1C0}" type="parTrans" cxnId="{06A241EB-3D03-4E3C-8A55-DC7CDED141D7}">
      <dgm:prSet/>
      <dgm:spPr/>
      <dgm:t>
        <a:bodyPr/>
        <a:lstStyle/>
        <a:p>
          <a:endParaRPr lang="ms-MY"/>
        </a:p>
      </dgm:t>
    </dgm:pt>
    <dgm:pt modelId="{69B65FCE-1D23-460E-863D-230B03E76E60}" type="sibTrans" cxnId="{06A241EB-3D03-4E3C-8A55-DC7CDED141D7}">
      <dgm:prSet/>
      <dgm:spPr>
        <a:ln w="38100">
          <a:solidFill>
            <a:schemeClr val="accent2">
              <a:lumMod val="75000"/>
            </a:schemeClr>
          </a:solidFill>
        </a:ln>
      </dgm:spPr>
      <dgm:t>
        <a:bodyPr/>
        <a:lstStyle/>
        <a:p>
          <a:endParaRPr lang="ms-MY"/>
        </a:p>
      </dgm:t>
    </dgm:pt>
    <dgm:pt modelId="{A096297C-C341-4573-A120-FC7D13DBB990}">
      <dgm:prSet/>
      <dgm:spPr/>
      <dgm:t>
        <a:bodyPr/>
        <a:lstStyle/>
        <a:p>
          <a:r>
            <a:rPr lang="en-SG" b="1" dirty="0"/>
            <a:t>Index</a:t>
          </a:r>
          <a:endParaRPr lang="en-MY" dirty="0"/>
        </a:p>
      </dgm:t>
    </dgm:pt>
    <dgm:pt modelId="{495BACB7-32D1-4FC0-AF33-624415AA0DA0}" type="parTrans" cxnId="{745DDD5C-032A-4B08-92FB-464B9FA3382B}">
      <dgm:prSet/>
      <dgm:spPr/>
      <dgm:t>
        <a:bodyPr/>
        <a:lstStyle/>
        <a:p>
          <a:endParaRPr lang="ms-MY"/>
        </a:p>
      </dgm:t>
    </dgm:pt>
    <dgm:pt modelId="{19F57F7D-1EBA-423A-AE0C-FF7FBCB35206}" type="sibTrans" cxnId="{745DDD5C-032A-4B08-92FB-464B9FA3382B}">
      <dgm:prSet/>
      <dgm:spPr/>
      <dgm:t>
        <a:bodyPr/>
        <a:lstStyle/>
        <a:p>
          <a:endParaRPr lang="ms-MY"/>
        </a:p>
      </dgm:t>
    </dgm:pt>
    <dgm:pt modelId="{94508A4E-E10A-4F44-A680-1188E70BF42B}" type="pres">
      <dgm:prSet presAssocID="{F4741561-086F-4151-8624-CD61C13C15BC}" presName="Name0" presStyleCnt="0">
        <dgm:presLayoutVars>
          <dgm:dir/>
          <dgm:resizeHandles val="exact"/>
        </dgm:presLayoutVars>
      </dgm:prSet>
      <dgm:spPr/>
    </dgm:pt>
    <dgm:pt modelId="{F6BD7BFD-9915-494A-A5D7-B25304C3030C}" type="pres">
      <dgm:prSet presAssocID="{0991B80A-A21E-4A33-B64B-76FBD361F2AB}" presName="node" presStyleLbl="node1" presStyleIdx="0" presStyleCnt="6">
        <dgm:presLayoutVars>
          <dgm:bulletEnabled val="1"/>
        </dgm:presLayoutVars>
      </dgm:prSet>
      <dgm:spPr/>
    </dgm:pt>
    <dgm:pt modelId="{223FCE27-8B17-4612-919C-717C7334C11A}" type="pres">
      <dgm:prSet presAssocID="{ADE522B9-CB84-4362-814A-0B3AB6C749DA}" presName="sibTrans" presStyleLbl="sibTrans1D1" presStyleIdx="0" presStyleCnt="5"/>
      <dgm:spPr/>
    </dgm:pt>
    <dgm:pt modelId="{7569B72D-89BB-415E-8A6C-CFABC0F215EE}" type="pres">
      <dgm:prSet presAssocID="{ADE522B9-CB84-4362-814A-0B3AB6C749DA}" presName="connectorText" presStyleLbl="sibTrans1D1" presStyleIdx="0" presStyleCnt="5"/>
      <dgm:spPr/>
    </dgm:pt>
    <dgm:pt modelId="{8C27AECF-6995-4E0C-8A2A-B1C91AD86971}" type="pres">
      <dgm:prSet presAssocID="{8EEFF9BE-AAD3-4FA9-96AC-A05FD611E40D}" presName="node" presStyleLbl="node1" presStyleIdx="1" presStyleCnt="6">
        <dgm:presLayoutVars>
          <dgm:bulletEnabled val="1"/>
        </dgm:presLayoutVars>
      </dgm:prSet>
      <dgm:spPr/>
    </dgm:pt>
    <dgm:pt modelId="{7580311C-1D22-4932-9C65-CCB8B4D4AD5D}" type="pres">
      <dgm:prSet presAssocID="{335E3C31-5F1D-40E9-8454-5F68102CFAE2}" presName="sibTrans" presStyleLbl="sibTrans1D1" presStyleIdx="1" presStyleCnt="5"/>
      <dgm:spPr/>
    </dgm:pt>
    <dgm:pt modelId="{755E0123-959D-4E3E-BCDA-045C2936206A}" type="pres">
      <dgm:prSet presAssocID="{335E3C31-5F1D-40E9-8454-5F68102CFAE2}" presName="connectorText" presStyleLbl="sibTrans1D1" presStyleIdx="1" presStyleCnt="5"/>
      <dgm:spPr/>
    </dgm:pt>
    <dgm:pt modelId="{F830B2BA-365D-4840-8CB9-9F7CA80F6F43}" type="pres">
      <dgm:prSet presAssocID="{DFA63E41-A24A-4BEA-AF38-463ED7489F7D}" presName="node" presStyleLbl="node1" presStyleIdx="2" presStyleCnt="6">
        <dgm:presLayoutVars>
          <dgm:bulletEnabled val="1"/>
        </dgm:presLayoutVars>
      </dgm:prSet>
      <dgm:spPr/>
    </dgm:pt>
    <dgm:pt modelId="{5CE0BF53-8874-4DE8-A6AF-BCDB75FE7F02}" type="pres">
      <dgm:prSet presAssocID="{467C0CBE-3C47-4E56-B825-613E2E62D3BA}" presName="sibTrans" presStyleLbl="sibTrans1D1" presStyleIdx="2" presStyleCnt="5"/>
      <dgm:spPr/>
    </dgm:pt>
    <dgm:pt modelId="{14F36133-A9DF-4436-8640-79221B3DE080}" type="pres">
      <dgm:prSet presAssocID="{467C0CBE-3C47-4E56-B825-613E2E62D3BA}" presName="connectorText" presStyleLbl="sibTrans1D1" presStyleIdx="2" presStyleCnt="5"/>
      <dgm:spPr/>
    </dgm:pt>
    <dgm:pt modelId="{0D9CD31D-782D-4698-BAEA-230560A874A7}" type="pres">
      <dgm:prSet presAssocID="{6C09B72C-6F61-4F63-BD96-6F47C87BAF83}" presName="node" presStyleLbl="node1" presStyleIdx="3" presStyleCnt="6">
        <dgm:presLayoutVars>
          <dgm:bulletEnabled val="1"/>
        </dgm:presLayoutVars>
      </dgm:prSet>
      <dgm:spPr/>
    </dgm:pt>
    <dgm:pt modelId="{A78D1A55-FA29-4F72-84A4-D62DFF03E2E4}" type="pres">
      <dgm:prSet presAssocID="{4797136E-1D20-4D1A-8FA1-42F281233068}" presName="sibTrans" presStyleLbl="sibTrans1D1" presStyleIdx="3" presStyleCnt="5"/>
      <dgm:spPr/>
    </dgm:pt>
    <dgm:pt modelId="{7E95336C-859C-4BC9-9F7C-084F5BC1FA41}" type="pres">
      <dgm:prSet presAssocID="{4797136E-1D20-4D1A-8FA1-42F281233068}" presName="connectorText" presStyleLbl="sibTrans1D1" presStyleIdx="3" presStyleCnt="5"/>
      <dgm:spPr/>
    </dgm:pt>
    <dgm:pt modelId="{6C2805EB-F2C2-4042-818A-E2C54D2A27A3}" type="pres">
      <dgm:prSet presAssocID="{B840FDEB-4B36-42DE-A19D-D81B4C4B3E68}" presName="node" presStyleLbl="node1" presStyleIdx="4" presStyleCnt="6">
        <dgm:presLayoutVars>
          <dgm:bulletEnabled val="1"/>
        </dgm:presLayoutVars>
      </dgm:prSet>
      <dgm:spPr/>
    </dgm:pt>
    <dgm:pt modelId="{461A15CC-28FD-4C46-89B9-6BAA31DBA241}" type="pres">
      <dgm:prSet presAssocID="{69B65FCE-1D23-460E-863D-230B03E76E60}" presName="sibTrans" presStyleLbl="sibTrans1D1" presStyleIdx="4" presStyleCnt="5"/>
      <dgm:spPr/>
    </dgm:pt>
    <dgm:pt modelId="{9CBDF0BA-0A99-4EBD-8DE6-A890728CB89D}" type="pres">
      <dgm:prSet presAssocID="{69B65FCE-1D23-460E-863D-230B03E76E60}" presName="connectorText" presStyleLbl="sibTrans1D1" presStyleIdx="4" presStyleCnt="5"/>
      <dgm:spPr/>
    </dgm:pt>
    <dgm:pt modelId="{C9D37F63-4FDF-459D-9D50-187414379DAC}" type="pres">
      <dgm:prSet presAssocID="{A096297C-C341-4573-A120-FC7D13DBB990}" presName="node" presStyleLbl="node1" presStyleIdx="5" presStyleCnt="6">
        <dgm:presLayoutVars>
          <dgm:bulletEnabled val="1"/>
        </dgm:presLayoutVars>
      </dgm:prSet>
      <dgm:spPr/>
    </dgm:pt>
  </dgm:ptLst>
  <dgm:cxnLst>
    <dgm:cxn modelId="{0655DC0E-A8EA-4C02-92A6-9CD8BD865182}" type="presOf" srcId="{467C0CBE-3C47-4E56-B825-613E2E62D3BA}" destId="{14F36133-A9DF-4436-8640-79221B3DE080}" srcOrd="1" destOrd="0" presId="urn:microsoft.com/office/officeart/2016/7/layout/RepeatingBendingProcessNew"/>
    <dgm:cxn modelId="{5BE34C14-7F0D-4F8E-B8C8-D0FC26C44200}" type="presOf" srcId="{467C0CBE-3C47-4E56-B825-613E2E62D3BA}" destId="{5CE0BF53-8874-4DE8-A6AF-BCDB75FE7F02}" srcOrd="0" destOrd="0" presId="urn:microsoft.com/office/officeart/2016/7/layout/RepeatingBendingProcessNew"/>
    <dgm:cxn modelId="{2E786E18-BDEA-4752-911E-32114167526A}" type="presOf" srcId="{8EEFF9BE-AAD3-4FA9-96AC-A05FD611E40D}" destId="{8C27AECF-6995-4E0C-8A2A-B1C91AD86971}" srcOrd="0" destOrd="0" presId="urn:microsoft.com/office/officeart/2016/7/layout/RepeatingBendingProcessNew"/>
    <dgm:cxn modelId="{F6EE5523-361B-412A-A14C-1D916A6E8328}" type="presOf" srcId="{0991B80A-A21E-4A33-B64B-76FBD361F2AB}" destId="{F6BD7BFD-9915-494A-A5D7-B25304C3030C}" srcOrd="0" destOrd="0" presId="urn:microsoft.com/office/officeart/2016/7/layout/RepeatingBendingProcessNew"/>
    <dgm:cxn modelId="{231F0639-5DA6-49F3-9F7C-26F79D5E9053}" type="presOf" srcId="{ADE522B9-CB84-4362-814A-0B3AB6C749DA}" destId="{223FCE27-8B17-4612-919C-717C7334C11A}" srcOrd="0" destOrd="0" presId="urn:microsoft.com/office/officeart/2016/7/layout/RepeatingBendingProcessNew"/>
    <dgm:cxn modelId="{745DDD5C-032A-4B08-92FB-464B9FA3382B}" srcId="{F4741561-086F-4151-8624-CD61C13C15BC}" destId="{A096297C-C341-4573-A120-FC7D13DBB990}" srcOrd="5" destOrd="0" parTransId="{495BACB7-32D1-4FC0-AF33-624415AA0DA0}" sibTransId="{19F57F7D-1EBA-423A-AE0C-FF7FBCB35206}"/>
    <dgm:cxn modelId="{EAEDB160-DB76-403A-8CBD-8F2102565E09}" type="presOf" srcId="{DFA63E41-A24A-4BEA-AF38-463ED7489F7D}" destId="{F830B2BA-365D-4840-8CB9-9F7CA80F6F43}" srcOrd="0" destOrd="0" presId="urn:microsoft.com/office/officeart/2016/7/layout/RepeatingBendingProcessNew"/>
    <dgm:cxn modelId="{F9C40850-0DB8-4070-A5FE-67426B56662F}" type="presOf" srcId="{ADE522B9-CB84-4362-814A-0B3AB6C749DA}" destId="{7569B72D-89BB-415E-8A6C-CFABC0F215EE}" srcOrd="1" destOrd="0" presId="urn:microsoft.com/office/officeart/2016/7/layout/RepeatingBendingProcessNew"/>
    <dgm:cxn modelId="{0CFA6F56-6DB9-4AC8-AD2D-F1708B23EC4E}" type="presOf" srcId="{69B65FCE-1D23-460E-863D-230B03E76E60}" destId="{9CBDF0BA-0A99-4EBD-8DE6-A890728CB89D}" srcOrd="1" destOrd="0" presId="urn:microsoft.com/office/officeart/2016/7/layout/RepeatingBendingProcessNew"/>
    <dgm:cxn modelId="{B443A279-846A-40D4-9A34-A0121A297932}" type="presOf" srcId="{335E3C31-5F1D-40E9-8454-5F68102CFAE2}" destId="{755E0123-959D-4E3E-BCDA-045C2936206A}" srcOrd="1" destOrd="0" presId="urn:microsoft.com/office/officeart/2016/7/layout/RepeatingBendingProcessNew"/>
    <dgm:cxn modelId="{1119DD79-A4B6-48E9-BC39-E0FB7740B164}" type="presOf" srcId="{335E3C31-5F1D-40E9-8454-5F68102CFAE2}" destId="{7580311C-1D22-4932-9C65-CCB8B4D4AD5D}" srcOrd="0" destOrd="0" presId="urn:microsoft.com/office/officeart/2016/7/layout/RepeatingBendingProcessNew"/>
    <dgm:cxn modelId="{228FA881-2E59-4F76-8F49-30045151A465}" type="presOf" srcId="{B840FDEB-4B36-42DE-A19D-D81B4C4B3E68}" destId="{6C2805EB-F2C2-4042-818A-E2C54D2A27A3}" srcOrd="0" destOrd="0" presId="urn:microsoft.com/office/officeart/2016/7/layout/RepeatingBendingProcessNew"/>
    <dgm:cxn modelId="{5465A795-C96F-4800-9FC2-A8A6F7030034}" type="presOf" srcId="{F4741561-086F-4151-8624-CD61C13C15BC}" destId="{94508A4E-E10A-4F44-A680-1188E70BF42B}" srcOrd="0" destOrd="0" presId="urn:microsoft.com/office/officeart/2016/7/layout/RepeatingBendingProcessNew"/>
    <dgm:cxn modelId="{F4BD359C-0C32-490E-910A-8CE90BCC3CF5}" srcId="{F4741561-086F-4151-8624-CD61C13C15BC}" destId="{0991B80A-A21E-4A33-B64B-76FBD361F2AB}" srcOrd="0" destOrd="0" parTransId="{A68820B2-5F54-4B39-81D8-C0EB7D75A4B6}" sibTransId="{ADE522B9-CB84-4362-814A-0B3AB6C749DA}"/>
    <dgm:cxn modelId="{C3355EAA-2175-4AAB-906F-32D6D2AB079C}" srcId="{F4741561-086F-4151-8624-CD61C13C15BC}" destId="{DFA63E41-A24A-4BEA-AF38-463ED7489F7D}" srcOrd="2" destOrd="0" parTransId="{D666DB26-7256-4E04-A239-679BE8A3B713}" sibTransId="{467C0CBE-3C47-4E56-B825-613E2E62D3BA}"/>
    <dgm:cxn modelId="{7505EEBA-FE5E-40DA-AD79-67D2E8A1AFC8}" type="presOf" srcId="{69B65FCE-1D23-460E-863D-230B03E76E60}" destId="{461A15CC-28FD-4C46-89B9-6BAA31DBA241}" srcOrd="0" destOrd="0" presId="urn:microsoft.com/office/officeart/2016/7/layout/RepeatingBendingProcessNew"/>
    <dgm:cxn modelId="{A04B49BD-72C3-44E9-87DC-A01624262EA1}" type="presOf" srcId="{4797136E-1D20-4D1A-8FA1-42F281233068}" destId="{7E95336C-859C-4BC9-9F7C-084F5BC1FA41}" srcOrd="1" destOrd="0" presId="urn:microsoft.com/office/officeart/2016/7/layout/RepeatingBendingProcessNew"/>
    <dgm:cxn modelId="{E08B52C9-E5F2-4DDA-B180-DBB22A79AD5E}" srcId="{F4741561-086F-4151-8624-CD61C13C15BC}" destId="{8EEFF9BE-AAD3-4FA9-96AC-A05FD611E40D}" srcOrd="1" destOrd="0" parTransId="{329EC934-EC8F-4661-872B-9C0A55612224}" sibTransId="{335E3C31-5F1D-40E9-8454-5F68102CFAE2}"/>
    <dgm:cxn modelId="{CA1F12D8-BA31-4E52-97ED-D0D9022AFC9E}" srcId="{F4741561-086F-4151-8624-CD61C13C15BC}" destId="{6C09B72C-6F61-4F63-BD96-6F47C87BAF83}" srcOrd="3" destOrd="0" parTransId="{75C583F3-A146-485F-BFC5-52708235E66C}" sibTransId="{4797136E-1D20-4D1A-8FA1-42F281233068}"/>
    <dgm:cxn modelId="{4F38B6DB-E316-40D2-9EE0-D43CA5F6F2D5}" type="presOf" srcId="{4797136E-1D20-4D1A-8FA1-42F281233068}" destId="{A78D1A55-FA29-4F72-84A4-D62DFF03E2E4}" srcOrd="0" destOrd="0" presId="urn:microsoft.com/office/officeart/2016/7/layout/RepeatingBendingProcessNew"/>
    <dgm:cxn modelId="{F3A477E7-749E-4EED-8128-6B54B2FFAF4A}" type="presOf" srcId="{A096297C-C341-4573-A120-FC7D13DBB990}" destId="{C9D37F63-4FDF-459D-9D50-187414379DAC}" srcOrd="0" destOrd="0" presId="urn:microsoft.com/office/officeart/2016/7/layout/RepeatingBendingProcessNew"/>
    <dgm:cxn modelId="{06A241EB-3D03-4E3C-8A55-DC7CDED141D7}" srcId="{F4741561-086F-4151-8624-CD61C13C15BC}" destId="{B840FDEB-4B36-42DE-A19D-D81B4C4B3E68}" srcOrd="4" destOrd="0" parTransId="{C5222728-DC69-45AD-92F8-80912D52F1C0}" sibTransId="{69B65FCE-1D23-460E-863D-230B03E76E60}"/>
    <dgm:cxn modelId="{DA72ACFD-241A-4503-A4FF-0D7BBF093EDA}" type="presOf" srcId="{6C09B72C-6F61-4F63-BD96-6F47C87BAF83}" destId="{0D9CD31D-782D-4698-BAEA-230560A874A7}" srcOrd="0" destOrd="0" presId="urn:microsoft.com/office/officeart/2016/7/layout/RepeatingBendingProcessNew"/>
    <dgm:cxn modelId="{B1B6C71A-737B-4A46-B56C-DFCAF20298F7}" type="presParOf" srcId="{94508A4E-E10A-4F44-A680-1188E70BF42B}" destId="{F6BD7BFD-9915-494A-A5D7-B25304C3030C}" srcOrd="0" destOrd="0" presId="urn:microsoft.com/office/officeart/2016/7/layout/RepeatingBendingProcessNew"/>
    <dgm:cxn modelId="{E68EE17E-FAC4-4503-A814-620A9679B46B}" type="presParOf" srcId="{94508A4E-E10A-4F44-A680-1188E70BF42B}" destId="{223FCE27-8B17-4612-919C-717C7334C11A}" srcOrd="1" destOrd="0" presId="urn:microsoft.com/office/officeart/2016/7/layout/RepeatingBendingProcessNew"/>
    <dgm:cxn modelId="{31C85873-292A-4DA5-9DD5-FF75071A047C}" type="presParOf" srcId="{223FCE27-8B17-4612-919C-717C7334C11A}" destId="{7569B72D-89BB-415E-8A6C-CFABC0F215EE}" srcOrd="0" destOrd="0" presId="urn:microsoft.com/office/officeart/2016/7/layout/RepeatingBendingProcessNew"/>
    <dgm:cxn modelId="{74E2C324-278C-4D5C-AFA1-103DBBFAFC85}" type="presParOf" srcId="{94508A4E-E10A-4F44-A680-1188E70BF42B}" destId="{8C27AECF-6995-4E0C-8A2A-B1C91AD86971}" srcOrd="2" destOrd="0" presId="urn:microsoft.com/office/officeart/2016/7/layout/RepeatingBendingProcessNew"/>
    <dgm:cxn modelId="{40C4E258-B6EE-4D3C-8B56-AFCE2E8ECBF4}" type="presParOf" srcId="{94508A4E-E10A-4F44-A680-1188E70BF42B}" destId="{7580311C-1D22-4932-9C65-CCB8B4D4AD5D}" srcOrd="3" destOrd="0" presId="urn:microsoft.com/office/officeart/2016/7/layout/RepeatingBendingProcessNew"/>
    <dgm:cxn modelId="{572BDE18-B255-4910-A51D-003E6F51B232}" type="presParOf" srcId="{7580311C-1D22-4932-9C65-CCB8B4D4AD5D}" destId="{755E0123-959D-4E3E-BCDA-045C2936206A}" srcOrd="0" destOrd="0" presId="urn:microsoft.com/office/officeart/2016/7/layout/RepeatingBendingProcessNew"/>
    <dgm:cxn modelId="{BAB58B06-806E-4A17-8A09-C6EBC66F1899}" type="presParOf" srcId="{94508A4E-E10A-4F44-A680-1188E70BF42B}" destId="{F830B2BA-365D-4840-8CB9-9F7CA80F6F43}" srcOrd="4" destOrd="0" presId="urn:microsoft.com/office/officeart/2016/7/layout/RepeatingBendingProcessNew"/>
    <dgm:cxn modelId="{5F293932-5982-4069-BB65-927BB2CD3662}" type="presParOf" srcId="{94508A4E-E10A-4F44-A680-1188E70BF42B}" destId="{5CE0BF53-8874-4DE8-A6AF-BCDB75FE7F02}" srcOrd="5" destOrd="0" presId="urn:microsoft.com/office/officeart/2016/7/layout/RepeatingBendingProcessNew"/>
    <dgm:cxn modelId="{6BFF8CA8-841F-4404-A955-17268A971E89}" type="presParOf" srcId="{5CE0BF53-8874-4DE8-A6AF-BCDB75FE7F02}" destId="{14F36133-A9DF-4436-8640-79221B3DE080}" srcOrd="0" destOrd="0" presId="urn:microsoft.com/office/officeart/2016/7/layout/RepeatingBendingProcessNew"/>
    <dgm:cxn modelId="{5D1B82F0-A438-4686-92D2-72996E418908}" type="presParOf" srcId="{94508A4E-E10A-4F44-A680-1188E70BF42B}" destId="{0D9CD31D-782D-4698-BAEA-230560A874A7}" srcOrd="6" destOrd="0" presId="urn:microsoft.com/office/officeart/2016/7/layout/RepeatingBendingProcessNew"/>
    <dgm:cxn modelId="{40C6FB8C-07E7-4E65-B626-7A036A54D63B}" type="presParOf" srcId="{94508A4E-E10A-4F44-A680-1188E70BF42B}" destId="{A78D1A55-FA29-4F72-84A4-D62DFF03E2E4}" srcOrd="7" destOrd="0" presId="urn:microsoft.com/office/officeart/2016/7/layout/RepeatingBendingProcessNew"/>
    <dgm:cxn modelId="{6B70BC66-6B58-42A8-831E-1FC1A0153D36}" type="presParOf" srcId="{A78D1A55-FA29-4F72-84A4-D62DFF03E2E4}" destId="{7E95336C-859C-4BC9-9F7C-084F5BC1FA41}" srcOrd="0" destOrd="0" presId="urn:microsoft.com/office/officeart/2016/7/layout/RepeatingBendingProcessNew"/>
    <dgm:cxn modelId="{335F34DC-EC0B-4B3D-B1B7-38E08C34504B}" type="presParOf" srcId="{94508A4E-E10A-4F44-A680-1188E70BF42B}" destId="{6C2805EB-F2C2-4042-818A-E2C54D2A27A3}" srcOrd="8" destOrd="0" presId="urn:microsoft.com/office/officeart/2016/7/layout/RepeatingBendingProcessNew"/>
    <dgm:cxn modelId="{E1D4E53B-0A9A-45F9-AAEC-45FE687063CA}" type="presParOf" srcId="{94508A4E-E10A-4F44-A680-1188E70BF42B}" destId="{461A15CC-28FD-4C46-89B9-6BAA31DBA241}" srcOrd="9" destOrd="0" presId="urn:microsoft.com/office/officeart/2016/7/layout/RepeatingBendingProcessNew"/>
    <dgm:cxn modelId="{9408C30D-2828-4BC6-9393-24BEAA2A97D2}" type="presParOf" srcId="{461A15CC-28FD-4C46-89B9-6BAA31DBA241}" destId="{9CBDF0BA-0A99-4EBD-8DE6-A890728CB89D}" srcOrd="0" destOrd="0" presId="urn:microsoft.com/office/officeart/2016/7/layout/RepeatingBendingProcessNew"/>
    <dgm:cxn modelId="{E5CBC073-FECE-4503-86E1-8091F0B5BECD}" type="presParOf" srcId="{94508A4E-E10A-4F44-A680-1188E70BF42B}" destId="{C9D37F63-4FDF-459D-9D50-187414379DAC}"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6DD038-AAAF-4B43-ADA6-1E6DE4F29D90}">
      <dsp:nvSpPr>
        <dsp:cNvPr id="0" name=""/>
        <dsp:cNvSpPr/>
      </dsp:nvSpPr>
      <dsp:spPr>
        <a:xfrm>
          <a:off x="0" y="37775"/>
          <a:ext cx="3424739" cy="155003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SG" sz="2200" kern="1200" dirty="0"/>
            <a:t>Search is ubiquitous and has become part of our digital life! </a:t>
          </a:r>
          <a:endParaRPr lang="en-US" sz="2200" kern="1200" dirty="0"/>
        </a:p>
      </dsp:txBody>
      <dsp:txXfrm>
        <a:off x="75666" y="113441"/>
        <a:ext cx="3273407" cy="1398698"/>
      </dsp:txXfrm>
    </dsp:sp>
    <dsp:sp modelId="{E7770431-3644-4206-95BC-D1CE0BB3366F}">
      <dsp:nvSpPr>
        <dsp:cNvPr id="0" name=""/>
        <dsp:cNvSpPr/>
      </dsp:nvSpPr>
      <dsp:spPr>
        <a:xfrm>
          <a:off x="0" y="1651165"/>
          <a:ext cx="3424739" cy="1550030"/>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SG" sz="2200" kern="1200"/>
            <a:t>Open an e-commerce web site, and the search box appears right at the center or top of the page. </a:t>
          </a:r>
          <a:endParaRPr lang="en-US" sz="2200" kern="1200"/>
        </a:p>
      </dsp:txBody>
      <dsp:txXfrm>
        <a:off x="75666" y="1726831"/>
        <a:ext cx="3273407" cy="1398698"/>
      </dsp:txXfrm>
    </dsp:sp>
    <dsp:sp modelId="{427CD007-6CF7-4F04-868B-86D04E888D55}">
      <dsp:nvSpPr>
        <dsp:cNvPr id="0" name=""/>
        <dsp:cNvSpPr/>
      </dsp:nvSpPr>
      <dsp:spPr>
        <a:xfrm>
          <a:off x="0" y="3264556"/>
          <a:ext cx="3424739" cy="155003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SG" sz="2200" kern="1200"/>
            <a:t>Basically, every portal that has data to expose needs a search engine. </a:t>
          </a:r>
          <a:endParaRPr lang="en-US" sz="2200" kern="1200"/>
        </a:p>
      </dsp:txBody>
      <dsp:txXfrm>
        <a:off x="75666" y="3340222"/>
        <a:ext cx="3273407" cy="139869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B9D957-0E40-496C-8EDF-4E5CECCE954B}">
      <dsp:nvSpPr>
        <dsp:cNvPr id="0" name=""/>
        <dsp:cNvSpPr/>
      </dsp:nvSpPr>
      <dsp:spPr>
        <a:xfrm>
          <a:off x="0" y="401281"/>
          <a:ext cx="7242048" cy="1455299"/>
        </a:xfrm>
        <a:prstGeom prst="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62063" tIns="291592" rIns="562063" bIns="99568" numCol="1" spcCol="1270" anchor="t" anchorCtr="0">
          <a:noAutofit/>
        </a:bodyPr>
        <a:lstStyle/>
        <a:p>
          <a:pPr marL="114300" lvl="1" indent="-114300" algn="l" defTabSz="622300">
            <a:lnSpc>
              <a:spcPct val="90000"/>
            </a:lnSpc>
            <a:spcBef>
              <a:spcPct val="0"/>
            </a:spcBef>
            <a:spcAft>
              <a:spcPct val="15000"/>
            </a:spcAft>
            <a:buChar char="•"/>
          </a:pPr>
          <a:r>
            <a:rPr lang="en-SG" sz="1400" kern="1200"/>
            <a:t>This </a:t>
          </a:r>
          <a:r>
            <a:rPr lang="en-SG" sz="1400" b="1" kern="1200"/>
            <a:t>crawls</a:t>
          </a:r>
          <a:r>
            <a:rPr lang="en-SG" sz="1400" kern="1200"/>
            <a:t> through the World Wide Web, </a:t>
          </a:r>
          <a:r>
            <a:rPr lang="en-SG" sz="1400" b="1" kern="1200"/>
            <a:t>extracts</a:t>
          </a:r>
          <a:r>
            <a:rPr lang="en-SG" sz="1400" kern="1200"/>
            <a:t> the contents from HTML tags, and </a:t>
          </a:r>
          <a:r>
            <a:rPr lang="en-SG" sz="1400" b="1" kern="1200"/>
            <a:t>indexes</a:t>
          </a:r>
          <a:r>
            <a:rPr lang="en-SG" sz="1400" kern="1200"/>
            <a:t> the information to make it searchable. </a:t>
          </a:r>
          <a:endParaRPr lang="en-US" sz="1400" kern="1200"/>
        </a:p>
        <a:p>
          <a:pPr marL="114300" lvl="1" indent="-114300" algn="l" defTabSz="622300">
            <a:lnSpc>
              <a:spcPct val="90000"/>
            </a:lnSpc>
            <a:spcBef>
              <a:spcPct val="0"/>
            </a:spcBef>
            <a:spcAft>
              <a:spcPct val="15000"/>
            </a:spcAft>
            <a:buChar char="•"/>
          </a:pPr>
          <a:r>
            <a:rPr lang="en-SG" sz="1400" kern="1200"/>
            <a:t>Some engines also crawl for images and other associated files, and before indexing process the text for other interesting information and links. </a:t>
          </a:r>
          <a:endParaRPr lang="en-US" sz="1400" kern="1200"/>
        </a:p>
        <a:p>
          <a:pPr marL="114300" lvl="1" indent="-114300" algn="l" defTabSz="622300">
            <a:lnSpc>
              <a:spcPct val="90000"/>
            </a:lnSpc>
            <a:spcBef>
              <a:spcPct val="0"/>
            </a:spcBef>
            <a:spcAft>
              <a:spcPct val="15000"/>
            </a:spcAft>
            <a:buChar char="•"/>
          </a:pPr>
          <a:r>
            <a:rPr lang="en-SG" sz="1400" kern="1200" dirty="0"/>
            <a:t>DuckDuckGo is a typical example of a web search engine developed using Solr.</a:t>
          </a:r>
          <a:endParaRPr lang="en-US" sz="1400" kern="1200" dirty="0"/>
        </a:p>
      </dsp:txBody>
      <dsp:txXfrm>
        <a:off x="0" y="401281"/>
        <a:ext cx="7242048" cy="1455299"/>
      </dsp:txXfrm>
    </dsp:sp>
    <dsp:sp modelId="{D3B5935B-CAB6-4705-8335-6340C4209B47}">
      <dsp:nvSpPr>
        <dsp:cNvPr id="0" name=""/>
        <dsp:cNvSpPr/>
      </dsp:nvSpPr>
      <dsp:spPr>
        <a:xfrm>
          <a:off x="362102" y="194641"/>
          <a:ext cx="5069433" cy="41328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1613" tIns="0" rIns="191613" bIns="0" numCol="1" spcCol="1270" anchor="ctr" anchorCtr="0">
          <a:noAutofit/>
        </a:bodyPr>
        <a:lstStyle/>
        <a:p>
          <a:pPr marL="0" lvl="0" indent="0" algn="l" defTabSz="622300">
            <a:lnSpc>
              <a:spcPct val="90000"/>
            </a:lnSpc>
            <a:spcBef>
              <a:spcPct val="0"/>
            </a:spcBef>
            <a:spcAft>
              <a:spcPct val="35000"/>
            </a:spcAft>
            <a:buNone/>
          </a:pPr>
          <a:r>
            <a:rPr lang="en-SG" sz="1400" i="1" kern="1200"/>
            <a:t>Web search:</a:t>
          </a:r>
          <a:r>
            <a:rPr lang="en-SG" sz="1400" kern="1200"/>
            <a:t> </a:t>
          </a:r>
          <a:endParaRPr lang="en-US" sz="1400" kern="1200"/>
        </a:p>
      </dsp:txBody>
      <dsp:txXfrm>
        <a:off x="382277" y="214816"/>
        <a:ext cx="5029083" cy="372930"/>
      </dsp:txXfrm>
    </dsp:sp>
    <dsp:sp modelId="{DF2B6811-2D1D-409B-8B30-38AD08DC974F}">
      <dsp:nvSpPr>
        <dsp:cNvPr id="0" name=""/>
        <dsp:cNvSpPr/>
      </dsp:nvSpPr>
      <dsp:spPr>
        <a:xfrm>
          <a:off x="0" y="2138821"/>
          <a:ext cx="7242048" cy="1212750"/>
        </a:xfrm>
        <a:prstGeom prst="rect">
          <a:avLst/>
        </a:prstGeom>
        <a:solidFill>
          <a:schemeClr val="lt1">
            <a:alpha val="90000"/>
            <a:hueOff val="0"/>
            <a:satOff val="0"/>
            <a:lumOff val="0"/>
            <a:alphaOff val="0"/>
          </a:schemeClr>
        </a:solidFill>
        <a:ln w="25400" cap="flat" cmpd="sng" algn="ctr">
          <a:solidFill>
            <a:schemeClr val="accent2">
              <a:hueOff val="1560506"/>
              <a:satOff val="-1946"/>
              <a:lumOff val="45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62063" tIns="291592" rIns="562063" bIns="99568" numCol="1" spcCol="1270" anchor="t" anchorCtr="0">
          <a:noAutofit/>
        </a:bodyPr>
        <a:lstStyle/>
        <a:p>
          <a:pPr marL="114300" lvl="1" indent="-114300" algn="l" defTabSz="622300">
            <a:lnSpc>
              <a:spcPct val="90000"/>
            </a:lnSpc>
            <a:spcBef>
              <a:spcPct val="0"/>
            </a:spcBef>
            <a:spcAft>
              <a:spcPct val="15000"/>
            </a:spcAft>
            <a:buChar char="•"/>
          </a:pPr>
          <a:r>
            <a:rPr lang="en-SG" sz="1400" kern="1200"/>
            <a:t>Vertical search addresses a </a:t>
          </a:r>
          <a:r>
            <a:rPr lang="en-SG" sz="1400" b="1" kern="1200"/>
            <a:t>specific domain</a:t>
          </a:r>
          <a:r>
            <a:rPr lang="en-SG" sz="1400" kern="1200"/>
            <a:t>, an area of information or industry such as healthcare or finance. </a:t>
          </a:r>
          <a:endParaRPr lang="en-US" sz="1400" kern="1200"/>
        </a:p>
        <a:p>
          <a:pPr marL="114300" lvl="1" indent="-114300" algn="l" defTabSz="622300">
            <a:lnSpc>
              <a:spcPct val="90000"/>
            </a:lnSpc>
            <a:spcBef>
              <a:spcPct val="0"/>
            </a:spcBef>
            <a:spcAft>
              <a:spcPct val="15000"/>
            </a:spcAft>
            <a:buChar char="•"/>
          </a:pPr>
          <a:r>
            <a:rPr lang="en-SG" sz="1400" kern="1200"/>
            <a:t>The information is generally available in a primary database or data source such as a Word document or PDF file. </a:t>
          </a:r>
          <a:endParaRPr lang="en-US" sz="1400" kern="1200"/>
        </a:p>
      </dsp:txBody>
      <dsp:txXfrm>
        <a:off x="0" y="2138821"/>
        <a:ext cx="7242048" cy="1212750"/>
      </dsp:txXfrm>
    </dsp:sp>
    <dsp:sp modelId="{7F38AD8E-ADF6-46AF-A762-D3318018213E}">
      <dsp:nvSpPr>
        <dsp:cNvPr id="0" name=""/>
        <dsp:cNvSpPr/>
      </dsp:nvSpPr>
      <dsp:spPr>
        <a:xfrm>
          <a:off x="362102" y="1932181"/>
          <a:ext cx="5069433" cy="413280"/>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1613" tIns="0" rIns="191613" bIns="0" numCol="1" spcCol="1270" anchor="ctr" anchorCtr="0">
          <a:noAutofit/>
        </a:bodyPr>
        <a:lstStyle/>
        <a:p>
          <a:pPr marL="0" lvl="0" indent="0" algn="l" defTabSz="622300">
            <a:lnSpc>
              <a:spcPct val="90000"/>
            </a:lnSpc>
            <a:spcBef>
              <a:spcPct val="0"/>
            </a:spcBef>
            <a:spcAft>
              <a:spcPct val="35000"/>
            </a:spcAft>
            <a:buNone/>
          </a:pPr>
          <a:r>
            <a:rPr lang="en-SG" sz="1400" i="1" kern="1200"/>
            <a:t>Vertical search:</a:t>
          </a:r>
          <a:r>
            <a:rPr lang="en-SG" sz="1400" kern="1200"/>
            <a:t> </a:t>
          </a:r>
          <a:endParaRPr lang="en-US" sz="1400" kern="1200"/>
        </a:p>
      </dsp:txBody>
      <dsp:txXfrm>
        <a:off x="382277" y="1952356"/>
        <a:ext cx="5029083" cy="372930"/>
      </dsp:txXfrm>
    </dsp:sp>
    <dsp:sp modelId="{AF13703F-183F-471C-8E68-5D081CB0E53C}">
      <dsp:nvSpPr>
        <dsp:cNvPr id="0" name=""/>
        <dsp:cNvSpPr/>
      </dsp:nvSpPr>
      <dsp:spPr>
        <a:xfrm>
          <a:off x="0" y="3633811"/>
          <a:ext cx="7242048" cy="992250"/>
        </a:xfrm>
        <a:prstGeom prst="rect">
          <a:avLst/>
        </a:prstGeom>
        <a:solidFill>
          <a:schemeClr val="lt1">
            <a:alpha val="90000"/>
            <a:hueOff val="0"/>
            <a:satOff val="0"/>
            <a:lumOff val="0"/>
            <a:alphaOff val="0"/>
          </a:schemeClr>
        </a:solidFill>
        <a:ln w="25400" cap="flat" cmpd="sng" algn="ctr">
          <a:solidFill>
            <a:schemeClr val="accent2">
              <a:hueOff val="3121013"/>
              <a:satOff val="-3893"/>
              <a:lumOff val="91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62063" tIns="291592" rIns="562063" bIns="99568" numCol="1" spcCol="1270" anchor="t" anchorCtr="0">
          <a:noAutofit/>
        </a:bodyPr>
        <a:lstStyle/>
        <a:p>
          <a:pPr marL="114300" lvl="1" indent="-114300" algn="l" defTabSz="622300">
            <a:lnSpc>
              <a:spcPct val="90000"/>
            </a:lnSpc>
            <a:spcBef>
              <a:spcPct val="0"/>
            </a:spcBef>
            <a:spcAft>
              <a:spcPct val="15000"/>
            </a:spcAft>
            <a:buChar char="•"/>
          </a:pPr>
          <a:r>
            <a:rPr lang="en-SG" sz="1400" kern="1200"/>
            <a:t>This is designed to </a:t>
          </a:r>
          <a:r>
            <a:rPr lang="en-SG" sz="1400" b="1" kern="1200"/>
            <a:t>index the files in a user's PC</a:t>
          </a:r>
          <a:r>
            <a:rPr lang="en-SG" sz="1400" kern="1200"/>
            <a:t> and make it searchable. Some search engines also index the file content along with the metadata to make it searchable. Spotlight in Mac OS X is a typical example.</a:t>
          </a:r>
          <a:endParaRPr lang="en-US" sz="1400" kern="1200"/>
        </a:p>
      </dsp:txBody>
      <dsp:txXfrm>
        <a:off x="0" y="3633811"/>
        <a:ext cx="7242048" cy="992250"/>
      </dsp:txXfrm>
    </dsp:sp>
    <dsp:sp modelId="{434B55DA-B06F-4529-964A-5EECF784AD8C}">
      <dsp:nvSpPr>
        <dsp:cNvPr id="0" name=""/>
        <dsp:cNvSpPr/>
      </dsp:nvSpPr>
      <dsp:spPr>
        <a:xfrm>
          <a:off x="362102" y="3427171"/>
          <a:ext cx="5069433" cy="413280"/>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1613" tIns="0" rIns="191613" bIns="0" numCol="1" spcCol="1270" anchor="ctr" anchorCtr="0">
          <a:noAutofit/>
        </a:bodyPr>
        <a:lstStyle/>
        <a:p>
          <a:pPr marL="0" lvl="0" indent="0" algn="l" defTabSz="622300">
            <a:lnSpc>
              <a:spcPct val="90000"/>
            </a:lnSpc>
            <a:spcBef>
              <a:spcPct val="0"/>
            </a:spcBef>
            <a:spcAft>
              <a:spcPct val="35000"/>
            </a:spcAft>
            <a:buNone/>
          </a:pPr>
          <a:r>
            <a:rPr lang="en-SG" sz="1400" i="1" kern="1200"/>
            <a:t>Desktop search:</a:t>
          </a:r>
          <a:r>
            <a:rPr lang="en-SG" sz="1400" kern="1200"/>
            <a:t> </a:t>
          </a:r>
          <a:endParaRPr lang="en-US" sz="1400" kern="1200"/>
        </a:p>
      </dsp:txBody>
      <dsp:txXfrm>
        <a:off x="382277" y="3447346"/>
        <a:ext cx="5029083" cy="372930"/>
      </dsp:txXfrm>
    </dsp:sp>
    <dsp:sp modelId="{C7FE4085-7850-44F3-B989-3BD98A3C18EE}">
      <dsp:nvSpPr>
        <dsp:cNvPr id="0" name=""/>
        <dsp:cNvSpPr/>
      </dsp:nvSpPr>
      <dsp:spPr>
        <a:xfrm>
          <a:off x="0" y="4908301"/>
          <a:ext cx="7242048" cy="793800"/>
        </a:xfrm>
        <a:prstGeom prst="rect">
          <a:avLst/>
        </a:prstGeom>
        <a:solidFill>
          <a:schemeClr val="lt1">
            <a:alpha val="90000"/>
            <a:hueOff val="0"/>
            <a:satOff val="0"/>
            <a:lumOff val="0"/>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62063" tIns="291592" rIns="562063" bIns="99568" numCol="1" spcCol="1270" anchor="t" anchorCtr="0">
          <a:noAutofit/>
        </a:bodyPr>
        <a:lstStyle/>
        <a:p>
          <a:pPr marL="114300" lvl="1" indent="-114300" algn="l" defTabSz="622300">
            <a:lnSpc>
              <a:spcPct val="90000"/>
            </a:lnSpc>
            <a:spcBef>
              <a:spcPct val="0"/>
            </a:spcBef>
            <a:spcAft>
              <a:spcPct val="15000"/>
            </a:spcAft>
            <a:buChar char="•"/>
          </a:pPr>
          <a:r>
            <a:rPr lang="en-SG" sz="1400" kern="1200"/>
            <a:t>Information retrieval is no longer limited to text and is being widely used for searching image, audio fingerprints, and in speech recognition.</a:t>
          </a:r>
          <a:endParaRPr lang="en-US" sz="1400" kern="1200"/>
        </a:p>
      </dsp:txBody>
      <dsp:txXfrm>
        <a:off x="0" y="4908301"/>
        <a:ext cx="7242048" cy="793800"/>
      </dsp:txXfrm>
    </dsp:sp>
    <dsp:sp modelId="{28C2D485-9CDC-4979-9BBC-1C7239563D82}">
      <dsp:nvSpPr>
        <dsp:cNvPr id="0" name=""/>
        <dsp:cNvSpPr/>
      </dsp:nvSpPr>
      <dsp:spPr>
        <a:xfrm>
          <a:off x="362102" y="4701661"/>
          <a:ext cx="5069433" cy="41328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1613" tIns="0" rIns="191613" bIns="0" numCol="1" spcCol="1270" anchor="ctr" anchorCtr="0">
          <a:noAutofit/>
        </a:bodyPr>
        <a:lstStyle/>
        <a:p>
          <a:pPr marL="0" lvl="0" indent="0" algn="l" defTabSz="622300">
            <a:lnSpc>
              <a:spcPct val="90000"/>
            </a:lnSpc>
            <a:spcBef>
              <a:spcPct val="0"/>
            </a:spcBef>
            <a:spcAft>
              <a:spcPct val="35000"/>
            </a:spcAft>
            <a:buNone/>
          </a:pPr>
          <a:r>
            <a:rPr lang="en-SG" sz="1400" i="1" kern="1200"/>
            <a:t>Others:</a:t>
          </a:r>
          <a:r>
            <a:rPr lang="en-SG" sz="1400" kern="1200"/>
            <a:t> </a:t>
          </a:r>
          <a:endParaRPr lang="en-US" sz="1400" kern="1200"/>
        </a:p>
      </dsp:txBody>
      <dsp:txXfrm>
        <a:off x="382277" y="4721836"/>
        <a:ext cx="5029083" cy="3729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9C84A9-9DDC-4A71-BDA6-440A4C2B56D9}">
      <dsp:nvSpPr>
        <dsp:cNvPr id="0" name=""/>
        <dsp:cNvSpPr/>
      </dsp:nvSpPr>
      <dsp:spPr>
        <a:xfrm>
          <a:off x="0" y="690"/>
          <a:ext cx="6248400" cy="161568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0157A7-B9CE-4A05-9EA4-DCF5361F936C}">
      <dsp:nvSpPr>
        <dsp:cNvPr id="0" name=""/>
        <dsp:cNvSpPr/>
      </dsp:nvSpPr>
      <dsp:spPr>
        <a:xfrm>
          <a:off x="488743" y="364218"/>
          <a:ext cx="888624" cy="8886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07BEAAD-7B09-4DB3-A589-6C9AEC7D83CD}">
      <dsp:nvSpPr>
        <dsp:cNvPr id="0" name=""/>
        <dsp:cNvSpPr/>
      </dsp:nvSpPr>
      <dsp:spPr>
        <a:xfrm>
          <a:off x="1866111" y="690"/>
          <a:ext cx="4382288" cy="1615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993" tIns="170993" rIns="170993" bIns="170993" numCol="1" spcCol="1270" anchor="ctr" anchorCtr="0">
          <a:noAutofit/>
        </a:bodyPr>
        <a:lstStyle/>
        <a:p>
          <a:pPr marL="0" lvl="0" indent="0" algn="l" defTabSz="933450">
            <a:lnSpc>
              <a:spcPct val="90000"/>
            </a:lnSpc>
            <a:spcBef>
              <a:spcPct val="0"/>
            </a:spcBef>
            <a:spcAft>
              <a:spcPct val="35000"/>
            </a:spcAft>
            <a:buNone/>
          </a:pPr>
          <a:r>
            <a:rPr lang="en-SG" sz="2100" kern="1200" dirty="0"/>
            <a:t>Solr (pronounced </a:t>
          </a:r>
          <a:r>
            <a:rPr lang="en-SG" sz="2100" i="1" kern="1200" dirty="0"/>
            <a:t>solar)</a:t>
          </a:r>
          <a:r>
            <a:rPr lang="en-SG" sz="2100" kern="1200" dirty="0"/>
            <a:t>, is an enterprise-ready, blazingly fast, and highly scalable search platform built using Apache Lucene. </a:t>
          </a:r>
          <a:endParaRPr lang="en-US" sz="2100" kern="1200" dirty="0"/>
        </a:p>
      </dsp:txBody>
      <dsp:txXfrm>
        <a:off x="1866111" y="690"/>
        <a:ext cx="4382288" cy="1615680"/>
      </dsp:txXfrm>
    </dsp:sp>
    <dsp:sp modelId="{FA2C1529-729C-45F8-A740-4FFF92829EB9}">
      <dsp:nvSpPr>
        <dsp:cNvPr id="0" name=""/>
        <dsp:cNvSpPr/>
      </dsp:nvSpPr>
      <dsp:spPr>
        <a:xfrm>
          <a:off x="0" y="2020291"/>
          <a:ext cx="6248400" cy="161568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8867BE-657D-465C-9C27-1347283F1C6C}">
      <dsp:nvSpPr>
        <dsp:cNvPr id="0" name=""/>
        <dsp:cNvSpPr/>
      </dsp:nvSpPr>
      <dsp:spPr>
        <a:xfrm>
          <a:off x="488743" y="2383819"/>
          <a:ext cx="888624" cy="8886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8B5CC6F-B2EA-4576-AF22-FD999E38D7F7}">
      <dsp:nvSpPr>
        <dsp:cNvPr id="0" name=""/>
        <dsp:cNvSpPr/>
      </dsp:nvSpPr>
      <dsp:spPr>
        <a:xfrm>
          <a:off x="1866111" y="2020291"/>
          <a:ext cx="4382288" cy="1615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993" tIns="170993" rIns="170993" bIns="170993" numCol="1" spcCol="1270" anchor="ctr" anchorCtr="0">
          <a:noAutofit/>
        </a:bodyPr>
        <a:lstStyle/>
        <a:p>
          <a:pPr marL="0" lvl="0" indent="0" algn="l" defTabSz="933450">
            <a:lnSpc>
              <a:spcPct val="90000"/>
            </a:lnSpc>
            <a:spcBef>
              <a:spcPct val="0"/>
            </a:spcBef>
            <a:spcAft>
              <a:spcPct val="35000"/>
            </a:spcAft>
            <a:buNone/>
          </a:pPr>
          <a:r>
            <a:rPr lang="en-SG" sz="2100" kern="1200" dirty="0"/>
            <a:t>Solr is written in Java and runs as a stand-alone server. </a:t>
          </a:r>
          <a:endParaRPr lang="en-US" sz="2100" kern="1200" dirty="0"/>
        </a:p>
      </dsp:txBody>
      <dsp:txXfrm>
        <a:off x="1866111" y="2020291"/>
        <a:ext cx="4382288" cy="1615680"/>
      </dsp:txXfrm>
    </dsp:sp>
    <dsp:sp modelId="{C814B0AE-437B-4A70-BD5F-9CACEA5850E3}">
      <dsp:nvSpPr>
        <dsp:cNvPr id="0" name=""/>
        <dsp:cNvSpPr/>
      </dsp:nvSpPr>
      <dsp:spPr>
        <a:xfrm>
          <a:off x="0" y="4039891"/>
          <a:ext cx="6248400" cy="161568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C3DC93-316A-4A5C-998B-F660D4D7F73A}">
      <dsp:nvSpPr>
        <dsp:cNvPr id="0" name=""/>
        <dsp:cNvSpPr/>
      </dsp:nvSpPr>
      <dsp:spPr>
        <a:xfrm>
          <a:off x="488743" y="4403420"/>
          <a:ext cx="888624" cy="88862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22CB8B6-9939-47DB-A743-BF9DF1F1D0F2}">
      <dsp:nvSpPr>
        <dsp:cNvPr id="0" name=""/>
        <dsp:cNvSpPr/>
      </dsp:nvSpPr>
      <dsp:spPr>
        <a:xfrm>
          <a:off x="1866111" y="4039891"/>
          <a:ext cx="2811780" cy="1615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993" tIns="170993" rIns="170993" bIns="170993" numCol="1" spcCol="1270" anchor="ctr" anchorCtr="0">
          <a:noAutofit/>
        </a:bodyPr>
        <a:lstStyle/>
        <a:p>
          <a:pPr marL="0" lvl="0" indent="0" algn="l" defTabSz="933450">
            <a:lnSpc>
              <a:spcPct val="90000"/>
            </a:lnSpc>
            <a:spcBef>
              <a:spcPct val="0"/>
            </a:spcBef>
            <a:spcAft>
              <a:spcPct val="35000"/>
            </a:spcAft>
            <a:buNone/>
          </a:pPr>
          <a:r>
            <a:rPr lang="en-SG" sz="2100" kern="1200" dirty="0"/>
            <a:t>Apache Lucene is a popular open-source search library written entirely in Java. </a:t>
          </a:r>
          <a:endParaRPr lang="en-US" sz="2100" kern="1200" dirty="0"/>
        </a:p>
      </dsp:txBody>
      <dsp:txXfrm>
        <a:off x="1866111" y="4039891"/>
        <a:ext cx="2811780" cy="1615680"/>
      </dsp:txXfrm>
    </dsp:sp>
    <dsp:sp modelId="{42A474EA-9B29-4121-B4DF-3BCDF0080F39}">
      <dsp:nvSpPr>
        <dsp:cNvPr id="0" name=""/>
        <dsp:cNvSpPr/>
      </dsp:nvSpPr>
      <dsp:spPr>
        <a:xfrm>
          <a:off x="4677891" y="4039891"/>
          <a:ext cx="1570508" cy="1615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993" tIns="170993" rIns="170993" bIns="170993" numCol="1" spcCol="1270" anchor="ctr" anchorCtr="0">
          <a:noAutofit/>
        </a:bodyPr>
        <a:lstStyle/>
        <a:p>
          <a:pPr marL="0" lvl="0" indent="0" algn="l" defTabSz="577850">
            <a:lnSpc>
              <a:spcPct val="90000"/>
            </a:lnSpc>
            <a:spcBef>
              <a:spcPct val="0"/>
            </a:spcBef>
            <a:spcAft>
              <a:spcPct val="35000"/>
            </a:spcAft>
            <a:buNone/>
          </a:pPr>
          <a:r>
            <a:rPr lang="en-SG" sz="1300" kern="1200"/>
            <a:t>It is widely used for indexing a large collection of documents and supporting full-text search.</a:t>
          </a:r>
          <a:endParaRPr lang="en-US" sz="1300" kern="1200"/>
        </a:p>
      </dsp:txBody>
      <dsp:txXfrm>
        <a:off x="4677891" y="4039891"/>
        <a:ext cx="1570508" cy="16156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1A3464-0303-4101-99FF-27626AB7FCF4}">
      <dsp:nvSpPr>
        <dsp:cNvPr id="0" name=""/>
        <dsp:cNvSpPr/>
      </dsp:nvSpPr>
      <dsp:spPr>
        <a:xfrm>
          <a:off x="5975" y="139982"/>
          <a:ext cx="534731" cy="5347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106513E-030E-4679-A179-034D5B451585}">
      <dsp:nvSpPr>
        <dsp:cNvPr id="0" name=""/>
        <dsp:cNvSpPr/>
      </dsp:nvSpPr>
      <dsp:spPr>
        <a:xfrm>
          <a:off x="5975" y="849808"/>
          <a:ext cx="1527803" cy="1739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SG" sz="1400" i="1" kern="1200" dirty="0"/>
            <a:t>Solr 1.x:</a:t>
          </a:r>
          <a:r>
            <a:rPr lang="en-SG" sz="1400" kern="1200" dirty="0"/>
            <a:t> This was an enterprise-ready version of the product. </a:t>
          </a:r>
          <a:endParaRPr lang="en-US" sz="1400" kern="1200" dirty="0"/>
        </a:p>
      </dsp:txBody>
      <dsp:txXfrm>
        <a:off x="5975" y="849808"/>
        <a:ext cx="1527803" cy="1739945"/>
      </dsp:txXfrm>
    </dsp:sp>
    <dsp:sp modelId="{779ABA96-0CB9-45E5-A3C3-27F5412D5AAF}">
      <dsp:nvSpPr>
        <dsp:cNvPr id="0" name=""/>
        <dsp:cNvSpPr/>
      </dsp:nvSpPr>
      <dsp:spPr>
        <a:xfrm>
          <a:off x="5975" y="2671193"/>
          <a:ext cx="1527803" cy="15401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SG" sz="1100" kern="1200" dirty="0"/>
            <a:t>Solr 1.3 was released in January 2007. Solr 1.4 was released in November 2009 with enhancements to indexing, searching, replication, and rich document indexing and better database integration.</a:t>
          </a:r>
          <a:endParaRPr lang="en-US" sz="1100" kern="1200" dirty="0"/>
        </a:p>
      </dsp:txBody>
      <dsp:txXfrm>
        <a:off x="5975" y="2671193"/>
        <a:ext cx="1527803" cy="1540162"/>
      </dsp:txXfrm>
    </dsp:sp>
    <dsp:sp modelId="{8BCCC4FC-7560-4A11-8131-3D0A8193E23F}">
      <dsp:nvSpPr>
        <dsp:cNvPr id="0" name=""/>
        <dsp:cNvSpPr/>
      </dsp:nvSpPr>
      <dsp:spPr>
        <a:xfrm>
          <a:off x="1801144" y="139982"/>
          <a:ext cx="534731" cy="53473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7734BA1-DCEB-47D4-80D3-38C411354BD4}">
      <dsp:nvSpPr>
        <dsp:cNvPr id="0" name=""/>
        <dsp:cNvSpPr/>
      </dsp:nvSpPr>
      <dsp:spPr>
        <a:xfrm>
          <a:off x="1801144" y="849808"/>
          <a:ext cx="1527803" cy="1739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SG" sz="1400" i="1" kern="1200" dirty="0"/>
            <a:t>Solr 3.x:</a:t>
          </a:r>
          <a:r>
            <a:rPr lang="en-SG" sz="1400" kern="1200" dirty="0"/>
            <a:t> In March 2011, development of Solr and Lucene projects merged, so there was no 2.x version of Solr. </a:t>
          </a:r>
          <a:endParaRPr lang="en-US" sz="1400" kern="1200" dirty="0"/>
        </a:p>
      </dsp:txBody>
      <dsp:txXfrm>
        <a:off x="1801144" y="849808"/>
        <a:ext cx="1527803" cy="1739945"/>
      </dsp:txXfrm>
    </dsp:sp>
    <dsp:sp modelId="{F9446EA0-D5FB-45D3-A5FE-90307FAA3F2F}">
      <dsp:nvSpPr>
        <dsp:cNvPr id="0" name=""/>
        <dsp:cNvSpPr/>
      </dsp:nvSpPr>
      <dsp:spPr>
        <a:xfrm>
          <a:off x="1801144" y="2671193"/>
          <a:ext cx="1527803" cy="15401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SG" sz="1100" kern="1200" dirty="0"/>
            <a:t>The next release of Solr was directly </a:t>
          </a:r>
          <a:r>
            <a:rPr lang="en-SG" sz="1100" kern="1200" dirty="0" err="1"/>
            <a:t>labeled</a:t>
          </a:r>
          <a:r>
            <a:rPr lang="en-SG" sz="1100" kern="1200" dirty="0"/>
            <a:t> 3.1 to match the Lucene version. Solr 3.x was focused on feature additions such as spatial search, and integrations such as UIMA for processing pipelines, Velocity for the UI, and so on.</a:t>
          </a:r>
          <a:endParaRPr lang="en-US" sz="1100" kern="1200" dirty="0"/>
        </a:p>
      </dsp:txBody>
      <dsp:txXfrm>
        <a:off x="1801144" y="2671193"/>
        <a:ext cx="1527803" cy="1540162"/>
      </dsp:txXfrm>
    </dsp:sp>
    <dsp:sp modelId="{4933AC4C-25B1-49A2-91E1-ACCE59E90AF7}">
      <dsp:nvSpPr>
        <dsp:cNvPr id="0" name=""/>
        <dsp:cNvSpPr/>
      </dsp:nvSpPr>
      <dsp:spPr>
        <a:xfrm>
          <a:off x="3596313" y="139982"/>
          <a:ext cx="534731" cy="53473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24AF5D3-BAEC-4660-9F92-B9D5C8FA96A3}">
      <dsp:nvSpPr>
        <dsp:cNvPr id="0" name=""/>
        <dsp:cNvSpPr/>
      </dsp:nvSpPr>
      <dsp:spPr>
        <a:xfrm>
          <a:off x="3596313" y="849808"/>
          <a:ext cx="1527803" cy="1739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SG" sz="1400" i="1" kern="1200" dirty="0"/>
            <a:t>Solr 4.x:</a:t>
          </a:r>
          <a:r>
            <a:rPr lang="en-SG" sz="1400" kern="1200" dirty="0"/>
            <a:t> Solr 4.0 was primarily about distributed search and about </a:t>
          </a:r>
          <a:r>
            <a:rPr lang="en-SG" sz="1400" kern="1200" dirty="0" err="1"/>
            <a:t>SolrCloud</a:t>
          </a:r>
          <a:r>
            <a:rPr lang="en-SG" sz="1400" kern="1200" dirty="0"/>
            <a:t> making Solr even more reliable, fault-tolerant, and scalable.</a:t>
          </a:r>
          <a:endParaRPr lang="en-US" sz="1400" kern="1200" dirty="0"/>
        </a:p>
      </dsp:txBody>
      <dsp:txXfrm>
        <a:off x="3596313" y="849808"/>
        <a:ext cx="1527803" cy="1739945"/>
      </dsp:txXfrm>
    </dsp:sp>
    <dsp:sp modelId="{16190858-37CC-4CAC-9980-BE17B834F807}">
      <dsp:nvSpPr>
        <dsp:cNvPr id="0" name=""/>
        <dsp:cNvSpPr/>
      </dsp:nvSpPr>
      <dsp:spPr>
        <a:xfrm>
          <a:off x="3596313" y="2671193"/>
          <a:ext cx="1527803" cy="15401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b="0" i="0" kern="1200"/>
            <a:t>including the new SolrCloud feature</a:t>
          </a:r>
          <a:endParaRPr lang="en-US" sz="1100" kern="1200" dirty="0"/>
        </a:p>
      </dsp:txBody>
      <dsp:txXfrm>
        <a:off x="3596313" y="2671193"/>
        <a:ext cx="1527803" cy="1540162"/>
      </dsp:txXfrm>
    </dsp:sp>
    <dsp:sp modelId="{3AB9ED6B-5B76-4507-8283-AEC9AB75E37C}">
      <dsp:nvSpPr>
        <dsp:cNvPr id="0" name=""/>
        <dsp:cNvSpPr/>
      </dsp:nvSpPr>
      <dsp:spPr>
        <a:xfrm>
          <a:off x="5391482" y="139982"/>
          <a:ext cx="534731" cy="53473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D907572-53B6-4720-8938-1496AA12DA02}">
      <dsp:nvSpPr>
        <dsp:cNvPr id="0" name=""/>
        <dsp:cNvSpPr/>
      </dsp:nvSpPr>
      <dsp:spPr>
        <a:xfrm>
          <a:off x="5391482" y="849808"/>
          <a:ext cx="1527803" cy="1739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SG" sz="1400" i="1" kern="1200" dirty="0"/>
            <a:t>Solr 5.x:</a:t>
          </a:r>
          <a:r>
            <a:rPr lang="en-SG" sz="1400" kern="1200" dirty="0"/>
            <a:t> Solr 5.0 was released in February 2015 with a focus on ease of use and hardening. </a:t>
          </a:r>
          <a:endParaRPr lang="en-US" sz="1400" kern="1200" dirty="0"/>
        </a:p>
      </dsp:txBody>
      <dsp:txXfrm>
        <a:off x="5391482" y="849808"/>
        <a:ext cx="1527803" cy="1739945"/>
      </dsp:txXfrm>
    </dsp:sp>
    <dsp:sp modelId="{CBE31843-72B5-4DE8-B89E-DED4564EB02F}">
      <dsp:nvSpPr>
        <dsp:cNvPr id="0" name=""/>
        <dsp:cNvSpPr/>
      </dsp:nvSpPr>
      <dsp:spPr>
        <a:xfrm>
          <a:off x="5391482" y="2671193"/>
          <a:ext cx="1527803" cy="15401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SG" sz="1100" kern="1200" dirty="0"/>
            <a:t>Recent releases have focused on security, analytics and extending the APIs. Refer to the next section for details.</a:t>
          </a:r>
          <a:endParaRPr lang="en-US" sz="1100" kern="1200" dirty="0"/>
        </a:p>
      </dsp:txBody>
      <dsp:txXfrm>
        <a:off x="5391482" y="2671193"/>
        <a:ext cx="1527803" cy="1540162"/>
      </dsp:txXfrm>
    </dsp:sp>
    <dsp:sp modelId="{D565CDAC-8733-4A28-808B-87BF0BDD604F}">
      <dsp:nvSpPr>
        <dsp:cNvPr id="0" name=""/>
        <dsp:cNvSpPr/>
      </dsp:nvSpPr>
      <dsp:spPr>
        <a:xfrm>
          <a:off x="7186651" y="139982"/>
          <a:ext cx="534731" cy="534731"/>
        </a:xfrm>
        <a:prstGeom prst="rect">
          <a:avLst/>
        </a:prstGeom>
        <a:solidFill>
          <a:schemeClr val="accent6">
            <a:hueOff val="0"/>
            <a:satOff val="0"/>
            <a:lumOff val="0"/>
            <a:alphaOff val="0"/>
          </a:schemeClr>
        </a:solid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2E33304-ACD5-413D-BDE8-1319C2A46495}">
      <dsp:nvSpPr>
        <dsp:cNvPr id="0" name=""/>
        <dsp:cNvSpPr/>
      </dsp:nvSpPr>
      <dsp:spPr>
        <a:xfrm>
          <a:off x="7186651" y="849808"/>
          <a:ext cx="1527803" cy="1739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MY" sz="1400" b="0" i="0" kern="1200" dirty="0" err="1"/>
            <a:t>Solr</a:t>
          </a:r>
          <a:r>
            <a:rPr lang="en-MY" sz="1400" b="0" i="0" kern="1200" dirty="0"/>
            <a:t> 7.0 released in Sept 2017</a:t>
          </a:r>
          <a:endParaRPr lang="en-US" sz="1400" kern="1200" dirty="0"/>
        </a:p>
      </dsp:txBody>
      <dsp:txXfrm>
        <a:off x="7186651" y="849808"/>
        <a:ext cx="1527803" cy="1739945"/>
      </dsp:txXfrm>
    </dsp:sp>
    <dsp:sp modelId="{96ECEEA0-E88F-40D5-98D3-51E5E3503921}">
      <dsp:nvSpPr>
        <dsp:cNvPr id="0" name=""/>
        <dsp:cNvSpPr/>
      </dsp:nvSpPr>
      <dsp:spPr>
        <a:xfrm>
          <a:off x="7186651" y="2671193"/>
          <a:ext cx="1527803" cy="15401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b="0" i="0" kern="1200"/>
            <a:t>dded support multiple replica types, auto-scaling, and a Math engine.</a:t>
          </a:r>
          <a:endParaRPr lang="en-US" sz="1100" kern="1200" dirty="0"/>
        </a:p>
      </dsp:txBody>
      <dsp:txXfrm>
        <a:off x="7186651" y="2671193"/>
        <a:ext cx="1527803" cy="1540162"/>
      </dsp:txXfrm>
    </dsp:sp>
    <dsp:sp modelId="{E6EDEDA0-F9C2-4278-BAE9-6A1B81E0B622}">
      <dsp:nvSpPr>
        <dsp:cNvPr id="0" name=""/>
        <dsp:cNvSpPr/>
      </dsp:nvSpPr>
      <dsp:spPr>
        <a:xfrm>
          <a:off x="8981820" y="139982"/>
          <a:ext cx="534731" cy="53473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CD400F6-D057-4013-93D1-A41024C85714}">
      <dsp:nvSpPr>
        <dsp:cNvPr id="0" name=""/>
        <dsp:cNvSpPr/>
      </dsp:nvSpPr>
      <dsp:spPr>
        <a:xfrm>
          <a:off x="8981820" y="849808"/>
          <a:ext cx="1527803" cy="1739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SG" sz="1400" kern="1200" dirty="0"/>
            <a:t>Most recent Apache Solr 8.5.1 (May 2020)</a:t>
          </a:r>
          <a:endParaRPr lang="en-US" sz="1400" kern="1200" dirty="0"/>
        </a:p>
      </dsp:txBody>
      <dsp:txXfrm>
        <a:off x="8981820" y="849808"/>
        <a:ext cx="1527803" cy="1739945"/>
      </dsp:txXfrm>
    </dsp:sp>
    <dsp:sp modelId="{5CA6C5E3-D0EE-4454-88FE-02357D430506}">
      <dsp:nvSpPr>
        <dsp:cNvPr id="0" name=""/>
        <dsp:cNvSpPr/>
      </dsp:nvSpPr>
      <dsp:spPr>
        <a:xfrm>
          <a:off x="8981820" y="2671193"/>
          <a:ext cx="1527803" cy="15401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MY" sz="1100" b="0" i="0" kern="1200" dirty="0"/>
            <a:t>In March 2019</a:t>
          </a:r>
        </a:p>
        <a:p>
          <a:pPr marL="0" lvl="0" indent="0" algn="l" defTabSz="488950">
            <a:lnSpc>
              <a:spcPct val="100000"/>
            </a:lnSpc>
            <a:spcBef>
              <a:spcPct val="0"/>
            </a:spcBef>
            <a:spcAft>
              <a:spcPct val="35000"/>
            </a:spcAft>
            <a:buNone/>
          </a:pPr>
          <a:r>
            <a:rPr lang="en-US" sz="1100" b="0" i="0" kern="1200" dirty="0" err="1"/>
            <a:t>Solr</a:t>
          </a:r>
          <a:r>
            <a:rPr lang="en-US" sz="1100" b="0" i="0" kern="1200" dirty="0"/>
            <a:t> nodes can now listen and serve HTTP/2 requests</a:t>
          </a:r>
          <a:endParaRPr lang="en-US" sz="1100" kern="1200" dirty="0"/>
        </a:p>
      </dsp:txBody>
      <dsp:txXfrm>
        <a:off x="8981820" y="2671193"/>
        <a:ext cx="1527803" cy="15401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5FB879-5CBE-4CFA-B510-ACD4D4D8E257}">
      <dsp:nvSpPr>
        <dsp:cNvPr id="0" name=""/>
        <dsp:cNvSpPr/>
      </dsp:nvSpPr>
      <dsp:spPr>
        <a:xfrm>
          <a:off x="10657" y="554947"/>
          <a:ext cx="1096417" cy="8175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D3C078A-4E75-43A2-8BBB-9082163B2B9C}">
      <dsp:nvSpPr>
        <dsp:cNvPr id="0" name=""/>
        <dsp:cNvSpPr/>
      </dsp:nvSpPr>
      <dsp:spPr>
        <a:xfrm>
          <a:off x="10657" y="1511882"/>
          <a:ext cx="3132622" cy="350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77900">
            <a:lnSpc>
              <a:spcPct val="100000"/>
            </a:lnSpc>
            <a:spcBef>
              <a:spcPct val="0"/>
            </a:spcBef>
            <a:spcAft>
              <a:spcPct val="35000"/>
            </a:spcAft>
            <a:buNone/>
            <a:defRPr b="1"/>
          </a:pPr>
          <a:r>
            <a:rPr lang="en-SG" sz="2200" i="1" kern="1200"/>
            <a:t>Request Handler:</a:t>
          </a:r>
          <a:r>
            <a:rPr lang="en-SG" sz="2200" kern="1200"/>
            <a:t> </a:t>
          </a:r>
          <a:endParaRPr lang="en-US" sz="2200" kern="1200"/>
        </a:p>
      </dsp:txBody>
      <dsp:txXfrm>
        <a:off x="10657" y="1511882"/>
        <a:ext cx="3132622" cy="350379"/>
      </dsp:txXfrm>
    </dsp:sp>
    <dsp:sp modelId="{83C8C461-19AA-42F5-83F1-54F7274C54C0}">
      <dsp:nvSpPr>
        <dsp:cNvPr id="0" name=""/>
        <dsp:cNvSpPr/>
      </dsp:nvSpPr>
      <dsp:spPr>
        <a:xfrm>
          <a:off x="10657" y="1927091"/>
          <a:ext cx="3132622" cy="1869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SG" sz="1700" kern="1200" dirty="0"/>
            <a:t>All the requests that you make to Solr are processed by one of the classes implementing </a:t>
          </a:r>
          <a:r>
            <a:rPr lang="en-SG" sz="1700" kern="1200" dirty="0" err="1"/>
            <a:t>SolrRequestHandler</a:t>
          </a:r>
          <a:r>
            <a:rPr lang="en-SG" sz="1700" kern="1200" dirty="0"/>
            <a:t>. </a:t>
          </a:r>
          <a:endParaRPr lang="en-US" sz="1700" kern="1200" dirty="0"/>
        </a:p>
        <a:p>
          <a:pPr marL="0" lvl="0" indent="0" algn="l" defTabSz="755650">
            <a:lnSpc>
              <a:spcPct val="100000"/>
            </a:lnSpc>
            <a:spcBef>
              <a:spcPct val="0"/>
            </a:spcBef>
            <a:spcAft>
              <a:spcPct val="35000"/>
            </a:spcAft>
            <a:buNone/>
          </a:pPr>
          <a:r>
            <a:rPr lang="en-SG" sz="1700" kern="1200"/>
            <a:t>You configure the handler to map to a specific URI endpoint, and the requests made to this endpoint start getting served by it.</a:t>
          </a:r>
          <a:endParaRPr lang="en-US" sz="1700" kern="1200"/>
        </a:p>
      </dsp:txBody>
      <dsp:txXfrm>
        <a:off x="10657" y="1927091"/>
        <a:ext cx="3132622" cy="1869298"/>
      </dsp:txXfrm>
    </dsp:sp>
    <dsp:sp modelId="{B5741D79-8F07-4EA7-B3B7-0E71281CCF5A}">
      <dsp:nvSpPr>
        <dsp:cNvPr id="0" name=""/>
        <dsp:cNvSpPr/>
      </dsp:nvSpPr>
      <dsp:spPr>
        <a:xfrm>
          <a:off x="3691488" y="554947"/>
          <a:ext cx="1096417" cy="8175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667030D-9667-410D-B143-EF8F1A5B82C9}">
      <dsp:nvSpPr>
        <dsp:cNvPr id="0" name=""/>
        <dsp:cNvSpPr/>
      </dsp:nvSpPr>
      <dsp:spPr>
        <a:xfrm>
          <a:off x="3691488" y="1511882"/>
          <a:ext cx="3132622" cy="350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77900">
            <a:lnSpc>
              <a:spcPct val="100000"/>
            </a:lnSpc>
            <a:spcBef>
              <a:spcPct val="0"/>
            </a:spcBef>
            <a:spcAft>
              <a:spcPct val="35000"/>
            </a:spcAft>
            <a:buNone/>
            <a:defRPr b="1"/>
          </a:pPr>
          <a:r>
            <a:rPr lang="en-SG" sz="2200" i="1" kern="1200"/>
            <a:t>Search Component:</a:t>
          </a:r>
          <a:r>
            <a:rPr lang="en-SG" sz="2200" kern="1200"/>
            <a:t> </a:t>
          </a:r>
          <a:endParaRPr lang="en-US" sz="2200" kern="1200"/>
        </a:p>
      </dsp:txBody>
      <dsp:txXfrm>
        <a:off x="3691488" y="1511882"/>
        <a:ext cx="3132622" cy="350379"/>
      </dsp:txXfrm>
    </dsp:sp>
    <dsp:sp modelId="{20404473-BCAD-4DCB-B550-4314C25C782B}">
      <dsp:nvSpPr>
        <dsp:cNvPr id="0" name=""/>
        <dsp:cNvSpPr/>
      </dsp:nvSpPr>
      <dsp:spPr>
        <a:xfrm>
          <a:off x="3691488" y="1927091"/>
          <a:ext cx="3132622" cy="1869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SG" sz="1700" kern="1200" dirty="0"/>
            <a:t>A search component defines the logic to implement the features provided by the search handler. </a:t>
          </a:r>
          <a:endParaRPr lang="en-US" sz="1700" kern="1200" dirty="0"/>
        </a:p>
        <a:p>
          <a:pPr marL="0" lvl="0" indent="0" algn="l" defTabSz="755650">
            <a:lnSpc>
              <a:spcPct val="100000"/>
            </a:lnSpc>
            <a:spcBef>
              <a:spcPct val="0"/>
            </a:spcBef>
            <a:spcAft>
              <a:spcPct val="35000"/>
            </a:spcAft>
            <a:buNone/>
          </a:pPr>
          <a:r>
            <a:rPr lang="en-SG" sz="1700" kern="1200"/>
            <a:t>These components should be registered in a SearchHandler, a request handler which serves the user query. </a:t>
          </a:r>
          <a:endParaRPr lang="en-US" sz="1700" kern="1200"/>
        </a:p>
        <a:p>
          <a:pPr marL="0" lvl="0" indent="0" algn="l" defTabSz="755650">
            <a:lnSpc>
              <a:spcPct val="100000"/>
            </a:lnSpc>
            <a:spcBef>
              <a:spcPct val="0"/>
            </a:spcBef>
            <a:spcAft>
              <a:spcPct val="35000"/>
            </a:spcAft>
            <a:buNone/>
          </a:pPr>
          <a:r>
            <a:rPr lang="en-SG" sz="1700" kern="1200"/>
            <a:t>For example, features such as query, spell-checking, faceting, and hit-highlighting are implemented as components and are registered to SearchHandler. </a:t>
          </a:r>
          <a:endParaRPr lang="en-US" sz="1700" kern="1200"/>
        </a:p>
        <a:p>
          <a:pPr marL="0" lvl="0" indent="0" algn="l" defTabSz="755650">
            <a:lnSpc>
              <a:spcPct val="100000"/>
            </a:lnSpc>
            <a:spcBef>
              <a:spcPct val="0"/>
            </a:spcBef>
            <a:spcAft>
              <a:spcPct val="35000"/>
            </a:spcAft>
            <a:buNone/>
          </a:pPr>
          <a:r>
            <a:rPr lang="en-SG" sz="1700" kern="1200"/>
            <a:t>Multiple components can be registered to a search handler.</a:t>
          </a:r>
          <a:endParaRPr lang="en-US" sz="1700" kern="1200"/>
        </a:p>
      </dsp:txBody>
      <dsp:txXfrm>
        <a:off x="3691488" y="1927091"/>
        <a:ext cx="3132622" cy="1869298"/>
      </dsp:txXfrm>
    </dsp:sp>
    <dsp:sp modelId="{FBB18215-20CE-4DCF-8D37-78D40429FA22}">
      <dsp:nvSpPr>
        <dsp:cNvPr id="0" name=""/>
        <dsp:cNvSpPr/>
      </dsp:nvSpPr>
      <dsp:spPr>
        <a:xfrm>
          <a:off x="7372320" y="554947"/>
          <a:ext cx="1096417" cy="8175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4B35203-6568-4269-B6A1-24B6A16837FB}">
      <dsp:nvSpPr>
        <dsp:cNvPr id="0" name=""/>
        <dsp:cNvSpPr/>
      </dsp:nvSpPr>
      <dsp:spPr>
        <a:xfrm>
          <a:off x="7372320" y="1511882"/>
          <a:ext cx="3132622" cy="350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77900">
            <a:lnSpc>
              <a:spcPct val="100000"/>
            </a:lnSpc>
            <a:spcBef>
              <a:spcPct val="0"/>
            </a:spcBef>
            <a:spcAft>
              <a:spcPct val="35000"/>
            </a:spcAft>
            <a:buNone/>
            <a:defRPr b="1"/>
          </a:pPr>
          <a:r>
            <a:rPr lang="en-SG" sz="2200" i="1" kern="1200"/>
            <a:t>Query Parser:</a:t>
          </a:r>
          <a:r>
            <a:rPr lang="en-SG" sz="2200" kern="1200"/>
            <a:t> </a:t>
          </a:r>
          <a:endParaRPr lang="en-US" sz="2200" kern="1200"/>
        </a:p>
      </dsp:txBody>
      <dsp:txXfrm>
        <a:off x="7372320" y="1511882"/>
        <a:ext cx="3132622" cy="350379"/>
      </dsp:txXfrm>
    </dsp:sp>
    <dsp:sp modelId="{368231F9-E6A9-4695-87C9-7C061873AB12}">
      <dsp:nvSpPr>
        <dsp:cNvPr id="0" name=""/>
        <dsp:cNvSpPr/>
      </dsp:nvSpPr>
      <dsp:spPr>
        <a:xfrm>
          <a:off x="7372320" y="1927091"/>
          <a:ext cx="3132622" cy="1869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SG" sz="1700" kern="1200"/>
            <a:t>This translates the user query into instructions that Lucene understands. </a:t>
          </a:r>
          <a:endParaRPr lang="en-US" sz="1700" kern="1200"/>
        </a:p>
        <a:p>
          <a:pPr marL="0" lvl="0" indent="0" algn="l" defTabSz="755650">
            <a:lnSpc>
              <a:spcPct val="100000"/>
            </a:lnSpc>
            <a:spcBef>
              <a:spcPct val="0"/>
            </a:spcBef>
            <a:spcAft>
              <a:spcPct val="35000"/>
            </a:spcAft>
            <a:buNone/>
          </a:pPr>
          <a:r>
            <a:rPr lang="en-SG" sz="1700" kern="1200"/>
            <a:t>They are generally registered in the SearchComponent, a component that defines the logic for performing a search.</a:t>
          </a:r>
          <a:endParaRPr lang="en-US" sz="1700" kern="1200"/>
        </a:p>
      </dsp:txBody>
      <dsp:txXfrm>
        <a:off x="7372320" y="1927091"/>
        <a:ext cx="3132622" cy="186929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CE3EB1-7B36-416C-9ED5-FBD30C2F1AAD}">
      <dsp:nvSpPr>
        <dsp:cNvPr id="0" name=""/>
        <dsp:cNvSpPr/>
      </dsp:nvSpPr>
      <dsp:spPr>
        <a:xfrm>
          <a:off x="766584" y="1072324"/>
          <a:ext cx="811316" cy="81131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0416368-4300-409B-9719-0B1B969D5492}">
      <dsp:nvSpPr>
        <dsp:cNvPr id="0" name=""/>
        <dsp:cNvSpPr/>
      </dsp:nvSpPr>
      <dsp:spPr>
        <a:xfrm>
          <a:off x="13219" y="1978528"/>
          <a:ext cx="2318046" cy="347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b="1"/>
          </a:pPr>
          <a:r>
            <a:rPr lang="en-SG" sz="1600" i="1" kern="1200" dirty="0"/>
            <a:t>Similarity:</a:t>
          </a:r>
          <a:r>
            <a:rPr lang="en-SG" sz="1600" kern="1200" dirty="0"/>
            <a:t> </a:t>
          </a:r>
          <a:endParaRPr lang="en-US" sz="1600" kern="1200" dirty="0"/>
        </a:p>
      </dsp:txBody>
      <dsp:txXfrm>
        <a:off x="13219" y="1978528"/>
        <a:ext cx="2318046" cy="347706"/>
      </dsp:txXfrm>
    </dsp:sp>
    <dsp:sp modelId="{A70B56E6-2AD8-40A2-8F32-FC2BC9BED320}">
      <dsp:nvSpPr>
        <dsp:cNvPr id="0" name=""/>
        <dsp:cNvSpPr/>
      </dsp:nvSpPr>
      <dsp:spPr>
        <a:xfrm>
          <a:off x="13219" y="2370369"/>
          <a:ext cx="2318046" cy="908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SG" sz="1200" kern="1200" dirty="0"/>
            <a:t>This class determines how Lucene weights terms and scores a document. </a:t>
          </a:r>
          <a:endParaRPr lang="en-US" sz="1200" kern="1200" dirty="0"/>
        </a:p>
        <a:p>
          <a:pPr marL="0" lvl="0" indent="0" algn="ctr" defTabSz="533400">
            <a:lnSpc>
              <a:spcPct val="90000"/>
            </a:lnSpc>
            <a:spcBef>
              <a:spcPct val="0"/>
            </a:spcBef>
            <a:spcAft>
              <a:spcPct val="35000"/>
            </a:spcAft>
            <a:buNone/>
          </a:pPr>
          <a:r>
            <a:rPr lang="en-SG" sz="1200" kern="1200"/>
            <a:t>If you want to change the scoring behavior, this is the class to extend.</a:t>
          </a:r>
          <a:endParaRPr lang="en-US" sz="1200" kern="1200"/>
        </a:p>
      </dsp:txBody>
      <dsp:txXfrm>
        <a:off x="13219" y="2370369"/>
        <a:ext cx="2318046" cy="908644"/>
      </dsp:txXfrm>
    </dsp:sp>
    <dsp:sp modelId="{AD73B8ED-C782-482A-B35D-C3B124A61533}">
      <dsp:nvSpPr>
        <dsp:cNvPr id="0" name=""/>
        <dsp:cNvSpPr/>
      </dsp:nvSpPr>
      <dsp:spPr>
        <a:xfrm>
          <a:off x="3490289" y="1072324"/>
          <a:ext cx="811316" cy="81131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1A4F4FA-C7BE-46F4-84E7-F266FAEFB494}">
      <dsp:nvSpPr>
        <dsp:cNvPr id="0" name=""/>
        <dsp:cNvSpPr/>
      </dsp:nvSpPr>
      <dsp:spPr>
        <a:xfrm>
          <a:off x="2736924" y="1978528"/>
          <a:ext cx="2318046" cy="347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b="1"/>
          </a:pPr>
          <a:r>
            <a:rPr lang="en-SG" sz="1600" i="1" kern="1200" dirty="0"/>
            <a:t>Response Writer:</a:t>
          </a:r>
          <a:r>
            <a:rPr lang="en-SG" sz="1600" kern="1200" dirty="0"/>
            <a:t> </a:t>
          </a:r>
          <a:endParaRPr lang="en-US" sz="1600" kern="1200" dirty="0"/>
        </a:p>
      </dsp:txBody>
      <dsp:txXfrm>
        <a:off x="2736924" y="1978528"/>
        <a:ext cx="2318046" cy="347706"/>
      </dsp:txXfrm>
    </dsp:sp>
    <dsp:sp modelId="{03F3541C-7124-40C6-A68B-1D4967A009E0}">
      <dsp:nvSpPr>
        <dsp:cNvPr id="0" name=""/>
        <dsp:cNvSpPr/>
      </dsp:nvSpPr>
      <dsp:spPr>
        <a:xfrm>
          <a:off x="2736924" y="2370369"/>
          <a:ext cx="2318046" cy="908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SG" sz="1200" kern="1200"/>
            <a:t>This decides how the response to the user query should be formatted. </a:t>
          </a:r>
          <a:endParaRPr lang="en-US" sz="1200" kern="1200"/>
        </a:p>
        <a:p>
          <a:pPr marL="0" lvl="0" indent="0" algn="ctr" defTabSz="533400">
            <a:lnSpc>
              <a:spcPct val="90000"/>
            </a:lnSpc>
            <a:spcBef>
              <a:spcPct val="0"/>
            </a:spcBef>
            <a:spcAft>
              <a:spcPct val="35000"/>
            </a:spcAft>
            <a:buNone/>
          </a:pPr>
          <a:r>
            <a:rPr lang="en-SG" sz="1200" kern="1200"/>
            <a:t>For each response type such as XML, JSON, or Velocity, there exists a separate response writer.</a:t>
          </a:r>
          <a:endParaRPr lang="en-US" sz="1200" kern="1200"/>
        </a:p>
      </dsp:txBody>
      <dsp:txXfrm>
        <a:off x="2736924" y="2370369"/>
        <a:ext cx="2318046" cy="908644"/>
      </dsp:txXfrm>
    </dsp:sp>
    <dsp:sp modelId="{3CEFA7D5-41E4-4F55-8C53-7CDD20953773}">
      <dsp:nvSpPr>
        <dsp:cNvPr id="0" name=""/>
        <dsp:cNvSpPr/>
      </dsp:nvSpPr>
      <dsp:spPr>
        <a:xfrm>
          <a:off x="6213994" y="1072324"/>
          <a:ext cx="811316" cy="81131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64DEEEF-9AE6-461A-9160-C2E482752FF4}">
      <dsp:nvSpPr>
        <dsp:cNvPr id="0" name=""/>
        <dsp:cNvSpPr/>
      </dsp:nvSpPr>
      <dsp:spPr>
        <a:xfrm>
          <a:off x="5460629" y="1978528"/>
          <a:ext cx="2318046" cy="347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b="1"/>
          </a:pPr>
          <a:r>
            <a:rPr lang="en-SG" sz="1600" i="1" kern="1200" dirty="0"/>
            <a:t>Analyzer/tokenizer:</a:t>
          </a:r>
          <a:r>
            <a:rPr lang="en-SG" sz="1600" kern="1200" dirty="0"/>
            <a:t> </a:t>
          </a:r>
          <a:endParaRPr lang="en-US" sz="1600" kern="1200" dirty="0"/>
        </a:p>
      </dsp:txBody>
      <dsp:txXfrm>
        <a:off x="5460629" y="1978528"/>
        <a:ext cx="2318046" cy="347706"/>
      </dsp:txXfrm>
    </dsp:sp>
    <dsp:sp modelId="{B9B846E7-1FC1-4D8E-99ED-E2DD5E812DA5}">
      <dsp:nvSpPr>
        <dsp:cNvPr id="0" name=""/>
        <dsp:cNvSpPr/>
      </dsp:nvSpPr>
      <dsp:spPr>
        <a:xfrm>
          <a:off x="5460629" y="2370369"/>
          <a:ext cx="2318046" cy="908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SG" sz="1200" kern="1200"/>
            <a:t>The smallest unit of data that Lucene understands is a token. </a:t>
          </a:r>
          <a:endParaRPr lang="en-US" sz="1200" kern="1200"/>
        </a:p>
        <a:p>
          <a:pPr marL="0" lvl="0" indent="0" algn="ctr" defTabSz="533400">
            <a:lnSpc>
              <a:spcPct val="90000"/>
            </a:lnSpc>
            <a:spcBef>
              <a:spcPct val="0"/>
            </a:spcBef>
            <a:spcAft>
              <a:spcPct val="35000"/>
            </a:spcAft>
            <a:buNone/>
          </a:pPr>
          <a:r>
            <a:rPr lang="en-SG" sz="1200" kern="1200"/>
            <a:t>The implementations of Analyzer, tokenizer or TokenFilter decide how to break the text into tokens.</a:t>
          </a:r>
          <a:endParaRPr lang="en-US" sz="1200" kern="1200"/>
        </a:p>
      </dsp:txBody>
      <dsp:txXfrm>
        <a:off x="5460629" y="2370369"/>
        <a:ext cx="2318046" cy="908644"/>
      </dsp:txXfrm>
    </dsp:sp>
    <dsp:sp modelId="{E3CDF86F-1A26-4FC2-A503-8A5352DAB764}">
      <dsp:nvSpPr>
        <dsp:cNvPr id="0" name=""/>
        <dsp:cNvSpPr/>
      </dsp:nvSpPr>
      <dsp:spPr>
        <a:xfrm>
          <a:off x="8937698" y="1072324"/>
          <a:ext cx="811316" cy="81131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4C63676-E314-4592-8D75-3B887AEA1162}">
      <dsp:nvSpPr>
        <dsp:cNvPr id="0" name=""/>
        <dsp:cNvSpPr/>
      </dsp:nvSpPr>
      <dsp:spPr>
        <a:xfrm>
          <a:off x="8184333" y="1978528"/>
          <a:ext cx="2318046" cy="347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b="1"/>
          </a:pPr>
          <a:r>
            <a:rPr lang="en-SG" sz="1600" i="1" kern="1200" dirty="0"/>
            <a:t>Update Request Processor:</a:t>
          </a:r>
          <a:r>
            <a:rPr lang="en-SG" sz="1600" kern="1200" dirty="0"/>
            <a:t> </a:t>
          </a:r>
          <a:endParaRPr lang="en-US" sz="1600" kern="1200" dirty="0"/>
        </a:p>
      </dsp:txBody>
      <dsp:txXfrm>
        <a:off x="8184333" y="1978528"/>
        <a:ext cx="2318046" cy="347706"/>
      </dsp:txXfrm>
    </dsp:sp>
    <dsp:sp modelId="{F5F86092-E9AC-4B99-BF86-A36F67FD7B36}">
      <dsp:nvSpPr>
        <dsp:cNvPr id="0" name=""/>
        <dsp:cNvSpPr/>
      </dsp:nvSpPr>
      <dsp:spPr>
        <a:xfrm>
          <a:off x="8184333" y="2370369"/>
          <a:ext cx="2318046" cy="908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SG" sz="1200" kern="1200"/>
            <a:t>While indexing your document, you can invoke a set of UpdateRequestProcessor as part of your chain to perform custom actions upon your data.</a:t>
          </a:r>
          <a:endParaRPr lang="en-US" sz="1200" kern="1200"/>
        </a:p>
      </dsp:txBody>
      <dsp:txXfrm>
        <a:off x="8184333" y="2370369"/>
        <a:ext cx="2318046" cy="90864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3FCE27-8B17-4612-919C-717C7334C11A}">
      <dsp:nvSpPr>
        <dsp:cNvPr id="0" name=""/>
        <dsp:cNvSpPr/>
      </dsp:nvSpPr>
      <dsp:spPr>
        <a:xfrm>
          <a:off x="2992499" y="737101"/>
          <a:ext cx="569492" cy="91440"/>
        </a:xfrm>
        <a:custGeom>
          <a:avLst/>
          <a:gdLst/>
          <a:ahLst/>
          <a:cxnLst/>
          <a:rect l="0" t="0" r="0" b="0"/>
          <a:pathLst>
            <a:path>
              <a:moveTo>
                <a:pt x="0" y="45720"/>
              </a:moveTo>
              <a:lnTo>
                <a:pt x="569492" y="45720"/>
              </a:lnTo>
            </a:path>
          </a:pathLst>
        </a:custGeom>
        <a:noFill/>
        <a:ln w="38100" cap="flat" cmpd="sng" algn="ctr">
          <a:solidFill>
            <a:schemeClr val="accent2">
              <a:lumMod val="7500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ms-MY" sz="500" kern="1200"/>
        </a:p>
      </dsp:txBody>
      <dsp:txXfrm>
        <a:off x="3262243" y="779821"/>
        <a:ext cx="30004" cy="6000"/>
      </dsp:txXfrm>
    </dsp:sp>
    <dsp:sp modelId="{F6BD7BFD-9915-494A-A5D7-B25304C3030C}">
      <dsp:nvSpPr>
        <dsp:cNvPr id="0" name=""/>
        <dsp:cNvSpPr/>
      </dsp:nvSpPr>
      <dsp:spPr>
        <a:xfrm>
          <a:off x="385203" y="93"/>
          <a:ext cx="2609095" cy="1565457"/>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848" tIns="134199" rIns="127848" bIns="134199" numCol="1" spcCol="1270" anchor="ctr" anchorCtr="0">
          <a:noAutofit/>
        </a:bodyPr>
        <a:lstStyle/>
        <a:p>
          <a:pPr marL="0" lvl="0" indent="0" algn="ctr" defTabSz="1422400">
            <a:lnSpc>
              <a:spcPct val="90000"/>
            </a:lnSpc>
            <a:spcBef>
              <a:spcPct val="0"/>
            </a:spcBef>
            <a:spcAft>
              <a:spcPct val="35000"/>
            </a:spcAft>
            <a:buNone/>
          </a:pPr>
          <a:r>
            <a:rPr lang="en-SG" sz="3200" b="1" kern="1200" dirty="0"/>
            <a:t>Text/context extraction</a:t>
          </a:r>
          <a:endParaRPr lang="en-MY" sz="3200" kern="1200" dirty="0"/>
        </a:p>
      </dsp:txBody>
      <dsp:txXfrm>
        <a:off x="385203" y="93"/>
        <a:ext cx="2609095" cy="1565457"/>
      </dsp:txXfrm>
    </dsp:sp>
    <dsp:sp modelId="{7580311C-1D22-4932-9C65-CCB8B4D4AD5D}">
      <dsp:nvSpPr>
        <dsp:cNvPr id="0" name=""/>
        <dsp:cNvSpPr/>
      </dsp:nvSpPr>
      <dsp:spPr>
        <a:xfrm>
          <a:off x="1689751" y="1563750"/>
          <a:ext cx="3209187" cy="569492"/>
        </a:xfrm>
        <a:custGeom>
          <a:avLst/>
          <a:gdLst/>
          <a:ahLst/>
          <a:cxnLst/>
          <a:rect l="0" t="0" r="0" b="0"/>
          <a:pathLst>
            <a:path>
              <a:moveTo>
                <a:pt x="3209187" y="0"/>
              </a:moveTo>
              <a:lnTo>
                <a:pt x="3209187" y="301846"/>
              </a:lnTo>
              <a:lnTo>
                <a:pt x="0" y="301846"/>
              </a:lnTo>
              <a:lnTo>
                <a:pt x="0" y="569492"/>
              </a:lnTo>
            </a:path>
          </a:pathLst>
        </a:custGeom>
        <a:noFill/>
        <a:ln w="38100" cap="flat" cmpd="sng" algn="ctr">
          <a:solidFill>
            <a:schemeClr val="accent2">
              <a:lumMod val="7500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ms-MY" sz="500" kern="1200"/>
        </a:p>
      </dsp:txBody>
      <dsp:txXfrm>
        <a:off x="3212725" y="1845496"/>
        <a:ext cx="163240" cy="6000"/>
      </dsp:txXfrm>
    </dsp:sp>
    <dsp:sp modelId="{8C27AECF-6995-4E0C-8A2A-B1C91AD86971}">
      <dsp:nvSpPr>
        <dsp:cNvPr id="0" name=""/>
        <dsp:cNvSpPr/>
      </dsp:nvSpPr>
      <dsp:spPr>
        <a:xfrm>
          <a:off x="3594391" y="93"/>
          <a:ext cx="2609095" cy="1565457"/>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848" tIns="134199" rIns="127848" bIns="134199" numCol="1" spcCol="1270" anchor="ctr" anchorCtr="0">
          <a:noAutofit/>
        </a:bodyPr>
        <a:lstStyle/>
        <a:p>
          <a:pPr marL="0" lvl="0" indent="0" algn="ctr" defTabSz="1422400">
            <a:lnSpc>
              <a:spcPct val="90000"/>
            </a:lnSpc>
            <a:spcBef>
              <a:spcPct val="0"/>
            </a:spcBef>
            <a:spcAft>
              <a:spcPct val="35000"/>
            </a:spcAft>
            <a:buNone/>
          </a:pPr>
          <a:r>
            <a:rPr lang="en-SG" sz="3200" b="1" kern="1200" dirty="0"/>
            <a:t>Document preparation</a:t>
          </a:r>
          <a:endParaRPr lang="en-MY" sz="3200" kern="1200" dirty="0"/>
        </a:p>
      </dsp:txBody>
      <dsp:txXfrm>
        <a:off x="3594391" y="93"/>
        <a:ext cx="2609095" cy="1565457"/>
      </dsp:txXfrm>
    </dsp:sp>
    <dsp:sp modelId="{5CE0BF53-8874-4DE8-A6AF-BCDB75FE7F02}">
      <dsp:nvSpPr>
        <dsp:cNvPr id="0" name=""/>
        <dsp:cNvSpPr/>
      </dsp:nvSpPr>
      <dsp:spPr>
        <a:xfrm>
          <a:off x="2992499" y="2902651"/>
          <a:ext cx="569492" cy="91440"/>
        </a:xfrm>
        <a:custGeom>
          <a:avLst/>
          <a:gdLst/>
          <a:ahLst/>
          <a:cxnLst/>
          <a:rect l="0" t="0" r="0" b="0"/>
          <a:pathLst>
            <a:path>
              <a:moveTo>
                <a:pt x="0" y="45720"/>
              </a:moveTo>
              <a:lnTo>
                <a:pt x="569492" y="45720"/>
              </a:lnTo>
            </a:path>
          </a:pathLst>
        </a:custGeom>
        <a:noFill/>
        <a:ln w="38100" cap="flat" cmpd="sng" algn="ctr">
          <a:solidFill>
            <a:schemeClr val="accent2">
              <a:lumMod val="7500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ms-MY" sz="500" kern="1200"/>
        </a:p>
      </dsp:txBody>
      <dsp:txXfrm>
        <a:off x="3262243" y="2945371"/>
        <a:ext cx="30004" cy="6000"/>
      </dsp:txXfrm>
    </dsp:sp>
    <dsp:sp modelId="{F830B2BA-365D-4840-8CB9-9F7CA80F6F43}">
      <dsp:nvSpPr>
        <dsp:cNvPr id="0" name=""/>
        <dsp:cNvSpPr/>
      </dsp:nvSpPr>
      <dsp:spPr>
        <a:xfrm>
          <a:off x="385203" y="2165642"/>
          <a:ext cx="2609095" cy="1565457"/>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848" tIns="134199" rIns="127848" bIns="134199" numCol="1" spcCol="1270" anchor="ctr" anchorCtr="0">
          <a:noAutofit/>
        </a:bodyPr>
        <a:lstStyle/>
        <a:p>
          <a:pPr marL="0" lvl="0" indent="0" algn="ctr" defTabSz="1422400">
            <a:lnSpc>
              <a:spcPct val="90000"/>
            </a:lnSpc>
            <a:spcBef>
              <a:spcPct val="0"/>
            </a:spcBef>
            <a:spcAft>
              <a:spcPct val="35000"/>
            </a:spcAft>
            <a:buNone/>
          </a:pPr>
          <a:r>
            <a:rPr lang="en-SG" sz="3200" b="1" kern="1200" dirty="0"/>
            <a:t>Post and commit</a:t>
          </a:r>
          <a:endParaRPr lang="en-MY" sz="3200" kern="1200" dirty="0"/>
        </a:p>
      </dsp:txBody>
      <dsp:txXfrm>
        <a:off x="385203" y="2165642"/>
        <a:ext cx="2609095" cy="1565457"/>
      </dsp:txXfrm>
    </dsp:sp>
    <dsp:sp modelId="{A78D1A55-FA29-4F72-84A4-D62DFF03E2E4}">
      <dsp:nvSpPr>
        <dsp:cNvPr id="0" name=""/>
        <dsp:cNvSpPr/>
      </dsp:nvSpPr>
      <dsp:spPr>
        <a:xfrm>
          <a:off x="1689751" y="3729300"/>
          <a:ext cx="3209187" cy="569492"/>
        </a:xfrm>
        <a:custGeom>
          <a:avLst/>
          <a:gdLst/>
          <a:ahLst/>
          <a:cxnLst/>
          <a:rect l="0" t="0" r="0" b="0"/>
          <a:pathLst>
            <a:path>
              <a:moveTo>
                <a:pt x="3209187" y="0"/>
              </a:moveTo>
              <a:lnTo>
                <a:pt x="3209187" y="301846"/>
              </a:lnTo>
              <a:lnTo>
                <a:pt x="0" y="301846"/>
              </a:lnTo>
              <a:lnTo>
                <a:pt x="0" y="569492"/>
              </a:lnTo>
            </a:path>
          </a:pathLst>
        </a:custGeom>
        <a:noFill/>
        <a:ln w="38100" cap="flat" cmpd="sng" algn="ctr">
          <a:solidFill>
            <a:schemeClr val="accent2">
              <a:lumMod val="7500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ms-MY" sz="500" kern="1200"/>
        </a:p>
      </dsp:txBody>
      <dsp:txXfrm>
        <a:off x="3212725" y="4011045"/>
        <a:ext cx="163240" cy="6000"/>
      </dsp:txXfrm>
    </dsp:sp>
    <dsp:sp modelId="{0D9CD31D-782D-4698-BAEA-230560A874A7}">
      <dsp:nvSpPr>
        <dsp:cNvPr id="0" name=""/>
        <dsp:cNvSpPr/>
      </dsp:nvSpPr>
      <dsp:spPr>
        <a:xfrm>
          <a:off x="3594391" y="2165642"/>
          <a:ext cx="2609095" cy="1565457"/>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848" tIns="134199" rIns="127848" bIns="134199" numCol="1" spcCol="1270" anchor="ctr" anchorCtr="0">
          <a:noAutofit/>
        </a:bodyPr>
        <a:lstStyle/>
        <a:p>
          <a:pPr marL="0" lvl="0" indent="0" algn="ctr" defTabSz="1422400">
            <a:lnSpc>
              <a:spcPct val="90000"/>
            </a:lnSpc>
            <a:spcBef>
              <a:spcPct val="0"/>
            </a:spcBef>
            <a:spcAft>
              <a:spcPct val="35000"/>
            </a:spcAft>
            <a:buNone/>
          </a:pPr>
          <a:r>
            <a:rPr lang="en-SG" sz="3200" b="1" kern="1200" dirty="0"/>
            <a:t>Document </a:t>
          </a:r>
          <a:r>
            <a:rPr lang="en-SG" sz="3200" b="1" kern="1200" dirty="0" err="1"/>
            <a:t>preprocessing</a:t>
          </a:r>
          <a:endParaRPr lang="en-MY" sz="3200" kern="1200" dirty="0"/>
        </a:p>
      </dsp:txBody>
      <dsp:txXfrm>
        <a:off x="3594391" y="2165642"/>
        <a:ext cx="2609095" cy="1565457"/>
      </dsp:txXfrm>
    </dsp:sp>
    <dsp:sp modelId="{461A15CC-28FD-4C46-89B9-6BAA31DBA241}">
      <dsp:nvSpPr>
        <dsp:cNvPr id="0" name=""/>
        <dsp:cNvSpPr/>
      </dsp:nvSpPr>
      <dsp:spPr>
        <a:xfrm>
          <a:off x="2992499" y="5068201"/>
          <a:ext cx="569492" cy="91440"/>
        </a:xfrm>
        <a:custGeom>
          <a:avLst/>
          <a:gdLst/>
          <a:ahLst/>
          <a:cxnLst/>
          <a:rect l="0" t="0" r="0" b="0"/>
          <a:pathLst>
            <a:path>
              <a:moveTo>
                <a:pt x="0" y="45720"/>
              </a:moveTo>
              <a:lnTo>
                <a:pt x="569492" y="45720"/>
              </a:lnTo>
            </a:path>
          </a:pathLst>
        </a:custGeom>
        <a:noFill/>
        <a:ln w="38100" cap="flat" cmpd="sng" algn="ctr">
          <a:solidFill>
            <a:schemeClr val="accent2">
              <a:lumMod val="7500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ms-MY" sz="500" kern="1200"/>
        </a:p>
      </dsp:txBody>
      <dsp:txXfrm>
        <a:off x="3262243" y="5110920"/>
        <a:ext cx="30004" cy="6000"/>
      </dsp:txXfrm>
    </dsp:sp>
    <dsp:sp modelId="{6C2805EB-F2C2-4042-818A-E2C54D2A27A3}">
      <dsp:nvSpPr>
        <dsp:cNvPr id="0" name=""/>
        <dsp:cNvSpPr/>
      </dsp:nvSpPr>
      <dsp:spPr>
        <a:xfrm>
          <a:off x="385203" y="4331192"/>
          <a:ext cx="2609095" cy="1565457"/>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848" tIns="134199" rIns="127848" bIns="134199" numCol="1" spcCol="1270" anchor="ctr" anchorCtr="0">
          <a:noAutofit/>
        </a:bodyPr>
        <a:lstStyle/>
        <a:p>
          <a:pPr marL="0" lvl="0" indent="0" algn="ctr" defTabSz="1422400">
            <a:lnSpc>
              <a:spcPct val="90000"/>
            </a:lnSpc>
            <a:spcBef>
              <a:spcPct val="0"/>
            </a:spcBef>
            <a:spcAft>
              <a:spcPct val="35000"/>
            </a:spcAft>
            <a:buNone/>
          </a:pPr>
          <a:r>
            <a:rPr lang="en-SG" sz="3200" b="1" kern="1200" dirty="0"/>
            <a:t>Field analysis</a:t>
          </a:r>
          <a:endParaRPr lang="en-MY" sz="3200" kern="1200" dirty="0"/>
        </a:p>
      </dsp:txBody>
      <dsp:txXfrm>
        <a:off x="385203" y="4331192"/>
        <a:ext cx="2609095" cy="1565457"/>
      </dsp:txXfrm>
    </dsp:sp>
    <dsp:sp modelId="{C9D37F63-4FDF-459D-9D50-187414379DAC}">
      <dsp:nvSpPr>
        <dsp:cNvPr id="0" name=""/>
        <dsp:cNvSpPr/>
      </dsp:nvSpPr>
      <dsp:spPr>
        <a:xfrm>
          <a:off x="3594391" y="4331192"/>
          <a:ext cx="2609095" cy="1565457"/>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848" tIns="134199" rIns="127848" bIns="134199" numCol="1" spcCol="1270" anchor="ctr" anchorCtr="0">
          <a:noAutofit/>
        </a:bodyPr>
        <a:lstStyle/>
        <a:p>
          <a:pPr marL="0" lvl="0" indent="0" algn="ctr" defTabSz="1422400">
            <a:lnSpc>
              <a:spcPct val="90000"/>
            </a:lnSpc>
            <a:spcBef>
              <a:spcPct val="0"/>
            </a:spcBef>
            <a:spcAft>
              <a:spcPct val="35000"/>
            </a:spcAft>
            <a:buNone/>
          </a:pPr>
          <a:r>
            <a:rPr lang="en-SG" sz="3200" b="1" kern="1200" dirty="0"/>
            <a:t>Index</a:t>
          </a:r>
          <a:endParaRPr lang="en-MY" sz="3200" kern="1200" dirty="0"/>
        </a:p>
      </dsp:txBody>
      <dsp:txXfrm>
        <a:off x="3594391" y="4331192"/>
        <a:ext cx="2609095" cy="156545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7F2084-118E-4E3C-9E73-4CDDAD61E6E7}" type="datetimeFigureOut">
              <a:rPr lang="en-MY" smtClean="0"/>
              <a:t>27/06/2022</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2A64F1-1133-40AA-8924-041B5CF07DE8}" type="slidenum">
              <a:rPr lang="en-MY" smtClean="0"/>
              <a:t>‹#›</a:t>
            </a:fld>
            <a:endParaRPr lang="en-MY"/>
          </a:p>
        </p:txBody>
      </p:sp>
    </p:spTree>
    <p:extLst>
      <p:ext uri="{BB962C8B-B14F-4D97-AF65-F5344CB8AC3E}">
        <p14:creationId xmlns:p14="http://schemas.microsoft.com/office/powerpoint/2010/main" val="3569260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9B2A64F1-1133-40AA-8924-041B5CF07DE8}" type="slidenum">
              <a:rPr lang="en-MY" smtClean="0"/>
              <a:t>1</a:t>
            </a:fld>
            <a:endParaRPr lang="en-MY"/>
          </a:p>
        </p:txBody>
      </p:sp>
    </p:spTree>
    <p:extLst>
      <p:ext uri="{BB962C8B-B14F-4D97-AF65-F5344CB8AC3E}">
        <p14:creationId xmlns:p14="http://schemas.microsoft.com/office/powerpoint/2010/main" val="40274377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SG"/>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SG"/>
          </a:p>
        </p:txBody>
      </p:sp>
      <p:sp>
        <p:nvSpPr>
          <p:cNvPr id="4" name="Date Placeholder 3"/>
          <p:cNvSpPr>
            <a:spLocks noGrp="1"/>
          </p:cNvSpPr>
          <p:nvPr>
            <p:ph type="dt" sz="half" idx="10"/>
          </p:nvPr>
        </p:nvSpPr>
        <p:spPr/>
        <p:txBody>
          <a:bodyPr/>
          <a:lstStyle/>
          <a:p>
            <a:fld id="{9E025328-D193-424F-BEF1-35EED2950BE9}" type="datetimeFigureOut">
              <a:rPr lang="en-SG" smtClean="0"/>
              <a:pPr/>
              <a:t>27/6/2022</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5AFE710F-C3D5-42E7-BF35-4CF4769AA799}" type="slidenum">
              <a:rPr lang="en-SG" smtClean="0"/>
              <a:pPr/>
              <a:t>‹#›</a:t>
            </a:fld>
            <a:endParaRPr lang="en-SG"/>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9E025328-D193-424F-BEF1-35EED2950BE9}" type="datetimeFigureOut">
              <a:rPr lang="en-SG" smtClean="0"/>
              <a:pPr/>
              <a:t>27/6/2022</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5AFE710F-C3D5-42E7-BF35-4CF4769AA799}" type="slidenum">
              <a:rPr lang="en-SG" smtClean="0"/>
              <a:pPr/>
              <a:t>‹#›</a:t>
            </a:fld>
            <a:endParaRPr lang="en-S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SG"/>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025328-D193-424F-BEF1-35EED2950BE9}" type="datetimeFigureOut">
              <a:rPr lang="en-SG" smtClean="0"/>
              <a:pPr/>
              <a:t>27/6/2022</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5AFE710F-C3D5-42E7-BF35-4CF4769AA799}" type="slidenum">
              <a:rPr lang="en-SG" smtClean="0"/>
              <a:pPr/>
              <a:t>‹#›</a:t>
            </a:fld>
            <a:endParaRPr lang="en-SG"/>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p:cNvSpPr>
            <a:spLocks noGrp="1"/>
          </p:cNvSpPr>
          <p:nvPr>
            <p:ph type="dt" sz="half" idx="10"/>
          </p:nvPr>
        </p:nvSpPr>
        <p:spPr/>
        <p:txBody>
          <a:bodyPr/>
          <a:lstStyle/>
          <a:p>
            <a:fld id="{9E025328-D193-424F-BEF1-35EED2950BE9}" type="datetimeFigureOut">
              <a:rPr lang="en-SG" smtClean="0"/>
              <a:pPr/>
              <a:t>27/6/2022</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5AFE710F-C3D5-42E7-BF35-4CF4769AA799}" type="slidenum">
              <a:rPr lang="en-SG" smtClean="0"/>
              <a:pPr/>
              <a:t>‹#›</a:t>
            </a:fld>
            <a:endParaRPr lang="en-SG"/>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SG"/>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p:cNvSpPr>
            <a:spLocks noGrp="1"/>
          </p:cNvSpPr>
          <p:nvPr>
            <p:ph type="dt" sz="half" idx="10"/>
          </p:nvPr>
        </p:nvSpPr>
        <p:spPr/>
        <p:txBody>
          <a:bodyPr/>
          <a:lstStyle/>
          <a:p>
            <a:fld id="{9E025328-D193-424F-BEF1-35EED2950BE9}" type="datetimeFigureOut">
              <a:rPr lang="en-SG" smtClean="0"/>
              <a:pPr/>
              <a:t>27/6/2022</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5AFE710F-C3D5-42E7-BF35-4CF4769AA799}" type="slidenum">
              <a:rPr lang="en-SG" smtClean="0"/>
              <a:pPr/>
              <a:t>‹#›</a:t>
            </a:fld>
            <a:endParaRPr lang="en-SG"/>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Date Placeholder 2"/>
          <p:cNvSpPr>
            <a:spLocks noGrp="1"/>
          </p:cNvSpPr>
          <p:nvPr>
            <p:ph type="dt" sz="half" idx="10"/>
          </p:nvPr>
        </p:nvSpPr>
        <p:spPr/>
        <p:txBody>
          <a:bodyPr/>
          <a:lstStyle/>
          <a:p>
            <a:fld id="{9E025328-D193-424F-BEF1-35EED2950BE9}" type="datetimeFigureOut">
              <a:rPr lang="en-SG" smtClean="0"/>
              <a:pPr/>
              <a:t>27/6/2022</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5AFE710F-C3D5-42E7-BF35-4CF4769AA799}" type="slidenum">
              <a:rPr lang="en-SG" smtClean="0"/>
              <a:pPr/>
              <a:t>‹#›</a:t>
            </a:fld>
            <a:endParaRPr lang="en-SG"/>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025328-D193-424F-BEF1-35EED2950BE9}" type="datetimeFigureOut">
              <a:rPr lang="en-SG" smtClean="0"/>
              <a:pPr/>
              <a:t>27/6/2022</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5AFE710F-C3D5-42E7-BF35-4CF4769AA799}" type="slidenum">
              <a:rPr lang="en-SG" smtClean="0"/>
              <a:pPr/>
              <a:t>‹#›</a:t>
            </a:fld>
            <a:endParaRPr lang="en-S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SG"/>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025328-D193-424F-BEF1-35EED2950BE9}" type="datetimeFigureOut">
              <a:rPr lang="en-SG" smtClean="0"/>
              <a:pPr/>
              <a:t>27/6/2022</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5AFE710F-C3D5-42E7-BF35-4CF4769AA799}" type="slidenum">
              <a:rPr lang="en-SG" smtClean="0"/>
              <a:pPr/>
              <a:t>‹#›</a:t>
            </a:fld>
            <a:endParaRPr lang="en-SG"/>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SG"/>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025328-D193-424F-BEF1-35EED2950BE9}" type="datetimeFigureOut">
              <a:rPr lang="en-SG" smtClean="0"/>
              <a:pPr/>
              <a:t>27/6/2022</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5AFE710F-C3D5-42E7-BF35-4CF4769AA799}" type="slidenum">
              <a:rPr lang="en-SG" smtClean="0"/>
              <a:pPr/>
              <a:t>‹#›</a:t>
            </a:fld>
            <a:endParaRPr lang="en-SG"/>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9E025328-D193-424F-BEF1-35EED2950BE9}" type="datetimeFigureOut">
              <a:rPr lang="en-SG" smtClean="0"/>
              <a:pPr/>
              <a:t>27/6/2022</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5AFE710F-C3D5-42E7-BF35-4CF4769AA799}" type="slidenum">
              <a:rPr lang="en-SG" smtClean="0"/>
              <a:pPr/>
              <a:t>‹#›</a:t>
            </a:fld>
            <a:endParaRPr lang="en-S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9E025328-D193-424F-BEF1-35EED2950BE9}" type="datetimeFigureOut">
              <a:rPr lang="en-SG" smtClean="0"/>
              <a:pPr/>
              <a:t>27/6/2022</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5AFE710F-C3D5-42E7-BF35-4CF4769AA799}" type="slidenum">
              <a:rPr lang="en-SG" smtClean="0"/>
              <a:pPr/>
              <a:t>‹#›</a:t>
            </a:fld>
            <a:endParaRPr lang="en-SG"/>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025328-D193-424F-BEF1-35EED2950BE9}" type="datetimeFigureOut">
              <a:rPr lang="en-SG" smtClean="0"/>
              <a:pPr/>
              <a:t>27/6/2022</a:t>
            </a:fld>
            <a:endParaRPr lang="en-SG"/>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FE710F-C3D5-42E7-BF35-4CF4769AA799}" type="slidenum">
              <a:rPr lang="en-SG" smtClean="0"/>
              <a:pPr/>
              <a:t>‹#›</a:t>
            </a:fld>
            <a:endParaRPr lang="en-SG"/>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video" Target="https://www.youtube.com/embed/LVV_93mBfSU?feature=oembed"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slideLayout" Target="../slideLayouts/slideLayout2.xml"/><Relationship Id="rId1" Type="http://schemas.openxmlformats.org/officeDocument/2006/relationships/video" Target="https://www.youtube.com/embed/ClhrrPzJWmI?feature=oembed"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slideLayout" Target="../slideLayouts/slideLayout2.xml"/><Relationship Id="rId1" Type="http://schemas.openxmlformats.org/officeDocument/2006/relationships/video" Target="https://www.youtube.com/embed/83tEFh-z9Hs?feature=oembed" TargetMode="Externa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java-source.net/open-source/xml-parsers/xerce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slideLayout" Target="../slideLayouts/slideLayout2.xml"/><Relationship Id="rId1" Type="http://schemas.openxmlformats.org/officeDocument/2006/relationships/video" Target="https://www.youtube.com/embed/ZP0NmfyfsoM?feature=oembed" TargetMode="External"/></Relationships>
</file>

<file path=ppt/slides/_rels/slide27.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svg"/><Relationship Id="rId5" Type="http://schemas.openxmlformats.org/officeDocument/2006/relationships/image" Target="../media/image49.png"/><Relationship Id="rId10" Type="http://schemas.openxmlformats.org/officeDocument/2006/relationships/image" Target="../media/image54.svg"/><Relationship Id="rId4" Type="http://schemas.openxmlformats.org/officeDocument/2006/relationships/image" Target="../media/image48.svg"/><Relationship Id="rId9"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7" name="Rectangle 136">
            <a:extLst>
              <a:ext uri="{FF2B5EF4-FFF2-40B4-BE49-F238E27FC236}">
                <a16:creationId xmlns:a16="http://schemas.microsoft.com/office/drawing/2014/main" id="{A8CCCB6D-5162-4AAE-A5E3-3AC55410D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0BCD8C04-CC7B-40EF-82EB-E9821F79BB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0" y="2458"/>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364" name="Picture 4" descr="https://pbs.twimg.com/card_img/1180208477827780608/-Cjp_Abq?format=jpg&amp;name=small"/>
          <p:cNvPicPr>
            <a:picLocks noChangeAspect="1" noChangeArrowheads="1"/>
          </p:cNvPicPr>
          <p:nvPr/>
        </p:nvPicPr>
        <p:blipFill rotWithShape="1">
          <a:blip r:embed="rId3" cstate="print">
            <a:alphaModFix amt="40000"/>
          </a:blip>
          <a:srcRect l="15332" r="2728"/>
          <a:stretch/>
        </p:blipFill>
        <p:spPr bwMode="auto">
          <a:xfrm>
            <a:off x="27191" y="-4916"/>
            <a:ext cx="8450317" cy="6857990"/>
          </a:xfrm>
          <a:prstGeom prst="rect">
            <a:avLst/>
          </a:prstGeom>
          <a:noFill/>
        </p:spPr>
      </p:pic>
      <p:sp>
        <p:nvSpPr>
          <p:cNvPr id="2" name="Title 1"/>
          <p:cNvSpPr>
            <a:spLocks noGrp="1"/>
          </p:cNvSpPr>
          <p:nvPr>
            <p:ph type="ctrTitle"/>
          </p:nvPr>
        </p:nvSpPr>
        <p:spPr>
          <a:xfrm>
            <a:off x="407367" y="168828"/>
            <a:ext cx="5818459" cy="4567137"/>
          </a:xfrm>
        </p:spPr>
        <p:txBody>
          <a:bodyPr>
            <a:normAutofit/>
          </a:bodyPr>
          <a:lstStyle/>
          <a:p>
            <a:pPr algn="l"/>
            <a:r>
              <a:rPr lang="en-SG" dirty="0">
                <a:solidFill>
                  <a:srgbClr val="FFFFFF"/>
                </a:solidFill>
              </a:rPr>
              <a:t>DSC650: Data Technology and Future Emergence</a:t>
            </a:r>
            <a:br>
              <a:rPr lang="en-SG" dirty="0">
                <a:solidFill>
                  <a:srgbClr val="FFFFFF"/>
                </a:solidFill>
              </a:rPr>
            </a:br>
            <a:r>
              <a:rPr lang="en-SG" dirty="0">
                <a:solidFill>
                  <a:srgbClr val="FFFFFF"/>
                </a:solidFill>
              </a:rPr>
              <a:t>Lecture 6 : Searching &amp; Indexing Big Data</a:t>
            </a:r>
            <a:br>
              <a:rPr lang="en-SG" dirty="0">
                <a:solidFill>
                  <a:srgbClr val="FFFFFF"/>
                </a:solidFill>
              </a:rPr>
            </a:br>
            <a:endParaRPr lang="en-SG" dirty="0">
              <a:solidFill>
                <a:srgbClr val="FFFFFF"/>
              </a:solidFill>
            </a:endParaRPr>
          </a:p>
        </p:txBody>
      </p:sp>
      <p:sp>
        <p:nvSpPr>
          <p:cNvPr id="3" name="Subtitle 2"/>
          <p:cNvSpPr>
            <a:spLocks noGrp="1"/>
          </p:cNvSpPr>
          <p:nvPr>
            <p:ph type="subTitle" idx="1"/>
          </p:nvPr>
        </p:nvSpPr>
        <p:spPr>
          <a:xfrm>
            <a:off x="1611803" y="5391217"/>
            <a:ext cx="5449298" cy="1297955"/>
          </a:xfrm>
        </p:spPr>
        <p:txBody>
          <a:bodyPr>
            <a:normAutofit lnSpcReduction="10000"/>
          </a:bodyPr>
          <a:lstStyle/>
          <a:p>
            <a:pPr algn="l">
              <a:lnSpc>
                <a:spcPct val="90000"/>
              </a:lnSpc>
            </a:pPr>
            <a:r>
              <a:rPr lang="en-SG" sz="2000" dirty="0" err="1">
                <a:solidFill>
                  <a:srgbClr val="FFFFFF"/>
                </a:solidFill>
              </a:rPr>
              <a:t>Dr.</a:t>
            </a:r>
            <a:r>
              <a:rPr lang="en-SG" sz="2000" dirty="0">
                <a:solidFill>
                  <a:srgbClr val="FFFFFF"/>
                </a:solidFill>
              </a:rPr>
              <a:t> Khairul Anwar Sedek</a:t>
            </a:r>
          </a:p>
          <a:p>
            <a:pPr algn="l">
              <a:lnSpc>
                <a:spcPct val="90000"/>
              </a:lnSpc>
            </a:pPr>
            <a:r>
              <a:rPr lang="en-SG" sz="2000" dirty="0">
                <a:solidFill>
                  <a:srgbClr val="FFFFFF"/>
                </a:solidFill>
              </a:rPr>
              <a:t>Faculty of Computer and Mathematical Sciences</a:t>
            </a:r>
          </a:p>
          <a:p>
            <a:pPr algn="l">
              <a:lnSpc>
                <a:spcPct val="90000"/>
              </a:lnSpc>
            </a:pPr>
            <a:r>
              <a:rPr lang="en-SG" sz="2000" dirty="0" err="1">
                <a:solidFill>
                  <a:srgbClr val="FFFFFF"/>
                </a:solidFill>
              </a:rPr>
              <a:t>Universiti</a:t>
            </a:r>
            <a:r>
              <a:rPr lang="en-SG" sz="2000" dirty="0">
                <a:solidFill>
                  <a:srgbClr val="FFFFFF"/>
                </a:solidFill>
              </a:rPr>
              <a:t> </a:t>
            </a:r>
            <a:r>
              <a:rPr lang="en-SG" sz="2000" dirty="0" err="1">
                <a:solidFill>
                  <a:srgbClr val="FFFFFF"/>
                </a:solidFill>
              </a:rPr>
              <a:t>Teknologi</a:t>
            </a:r>
            <a:r>
              <a:rPr lang="en-SG" sz="2000" dirty="0">
                <a:solidFill>
                  <a:srgbClr val="FFFFFF"/>
                </a:solidFill>
              </a:rPr>
              <a:t> MARA</a:t>
            </a:r>
            <a:br>
              <a:rPr lang="en-SG" sz="2000" dirty="0">
                <a:solidFill>
                  <a:srgbClr val="FFFFFF"/>
                </a:solidFill>
              </a:rPr>
            </a:br>
            <a:r>
              <a:rPr lang="en-SG" sz="2000" dirty="0">
                <a:solidFill>
                  <a:srgbClr val="FFFFFF"/>
                </a:solidFill>
              </a:rPr>
              <a:t>Perlis Branch</a:t>
            </a:r>
          </a:p>
        </p:txBody>
      </p:sp>
      <p:pic>
        <p:nvPicPr>
          <p:cNvPr id="15362" name="Picture 2" descr="https://pbs.twimg.com/card_img/1180640369177808898/TmUf0u6X?format=jpg&amp;name=small"/>
          <p:cNvPicPr>
            <a:picLocks noChangeAspect="1" noChangeArrowheads="1"/>
          </p:cNvPicPr>
          <p:nvPr/>
        </p:nvPicPr>
        <p:blipFill rotWithShape="1">
          <a:blip r:embed="rId4" cstate="print"/>
          <a:srcRect l="21089" r="21091"/>
          <a:stretch/>
        </p:blipFill>
        <p:spPr bwMode="auto">
          <a:xfrm>
            <a:off x="6225997" y="-2458"/>
            <a:ext cx="5962785" cy="685800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p:spPr>
      </p:pic>
      <p:pic>
        <p:nvPicPr>
          <p:cNvPr id="10" name="Picture 9" descr="A picture containing person, person, blue, laying&#10;&#10;Description automatically generated">
            <a:extLst>
              <a:ext uri="{FF2B5EF4-FFF2-40B4-BE49-F238E27FC236}">
                <a16:creationId xmlns:a16="http://schemas.microsoft.com/office/drawing/2014/main" id="{5F8CBA75-9882-4F8A-882D-9FD323D86D19}"/>
              </a:ext>
            </a:extLst>
          </p:cNvPr>
          <p:cNvPicPr>
            <a:picLocks noChangeAspect="1"/>
          </p:cNvPicPr>
          <p:nvPr/>
        </p:nvPicPr>
        <p:blipFill>
          <a:blip r:embed="rId5" cstate="print">
            <a:extLst>
              <a:ext uri="{BEBA8EAE-BF5A-486C-A8C5-ECC9F3942E4B}">
                <a14:imgProps xmlns:a14="http://schemas.microsoft.com/office/drawing/2010/main">
                  <a14:imgLayer r:embed="rId6">
                    <a14:imgEffect>
                      <a14:backgroundRemoval t="9988" b="89972" l="9976" r="90995">
                        <a14:foregroundMark x1="90995" y1="45289" x2="90995" y2="49009"/>
                        <a14:foregroundMark x1="89782" y1="52002" x2="88387" y2="54751"/>
                        <a14:foregroundMark x1="12735" y1="56611" x2="14797" y2="64456"/>
                      </a14:backgroundRemoval>
                    </a14:imgEffect>
                    <a14:imgEffect>
                      <a14:brightnessContrast bright="20000"/>
                    </a14:imgEffect>
                  </a14:imgLayer>
                </a14:imgProps>
              </a:ext>
              <a:ext uri="{28A0092B-C50C-407E-A947-70E740481C1C}">
                <a14:useLocalDpi xmlns:a14="http://schemas.microsoft.com/office/drawing/2010/main" val="0"/>
              </a:ext>
            </a:extLst>
          </a:blip>
          <a:stretch>
            <a:fillRect/>
          </a:stretch>
        </p:blipFill>
        <p:spPr>
          <a:xfrm rot="16200000">
            <a:off x="-567191" y="4497407"/>
            <a:ext cx="2857842" cy="214338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4" descr="https://pbs.twimg.com/card_img/1180208477827780608/-Cjp_Abq?format=jpg&amp;name=small">
            <a:extLst>
              <a:ext uri="{FF2B5EF4-FFF2-40B4-BE49-F238E27FC236}">
                <a16:creationId xmlns:a16="http://schemas.microsoft.com/office/drawing/2014/main" id="{082D8453-C0E2-4517-A854-2F15B695C715}"/>
              </a:ext>
            </a:extLst>
          </p:cNvPr>
          <p:cNvPicPr>
            <a:picLocks noChangeAspect="1" noChangeArrowheads="1"/>
          </p:cNvPicPr>
          <p:nvPr/>
        </p:nvPicPr>
        <p:blipFill rotWithShape="1">
          <a:blip r:embed="rId2" cstate="print">
            <a:alphaModFix amt="40000"/>
          </a:blip>
          <a:srcRect l="15332" r="2728"/>
          <a:stretch/>
        </p:blipFill>
        <p:spPr bwMode="auto">
          <a:xfrm>
            <a:off x="-170" y="10"/>
            <a:ext cx="8450317" cy="6857990"/>
          </a:xfrm>
          <a:prstGeom prst="rect">
            <a:avLst/>
          </a:prstGeom>
          <a:noFill/>
        </p:spPr>
      </p:pic>
      <p:sp>
        <p:nvSpPr>
          <p:cNvPr id="2" name="Title 1"/>
          <p:cNvSpPr>
            <a:spLocks noGrp="1"/>
          </p:cNvSpPr>
          <p:nvPr>
            <p:ph type="ctrTitle"/>
          </p:nvPr>
        </p:nvSpPr>
        <p:spPr>
          <a:xfrm>
            <a:off x="407368" y="1601489"/>
            <a:ext cx="7992888" cy="2344030"/>
          </a:xfrm>
        </p:spPr>
        <p:txBody>
          <a:bodyPr>
            <a:normAutofit fontScale="90000"/>
          </a:bodyPr>
          <a:lstStyle/>
          <a:p>
            <a:pPr marL="457200" lvl="1" indent="-457200">
              <a:buFont typeface="Arial" panose="020B0604020202020204" pitchFamily="34" charset="0"/>
              <a:buChar char="•"/>
            </a:pPr>
            <a:r>
              <a:rPr lang="en-SG" sz="3200" dirty="0"/>
              <a:t>Lecture 6: </a:t>
            </a:r>
            <a:r>
              <a:rPr lang="en-SG" sz="3100" b="1" dirty="0"/>
              <a:t>Searching &amp; Indexing Big Data </a:t>
            </a:r>
            <a:br>
              <a:rPr lang="en-SG" sz="3200" dirty="0"/>
            </a:br>
            <a:br>
              <a:rPr lang="en-SG" sz="3600" dirty="0"/>
            </a:br>
            <a:r>
              <a:rPr lang="en-US" sz="2700" dirty="0"/>
              <a:t>Full Text Indexing and Searching</a:t>
            </a:r>
            <a:br>
              <a:rPr lang="en-US" sz="2700" dirty="0"/>
            </a:br>
            <a:r>
              <a:rPr lang="en-US" sz="2700" dirty="0"/>
              <a:t>Indexing with Lucene</a:t>
            </a:r>
            <a:br>
              <a:rPr lang="en-SG" sz="2700" dirty="0"/>
            </a:br>
            <a:r>
              <a:rPr lang="en-US" sz="2700" dirty="0"/>
              <a:t>Distributed Searching with Elastic Search</a:t>
            </a:r>
            <a:br>
              <a:rPr lang="en-SG" sz="2400" dirty="0"/>
            </a:br>
            <a:endParaRPr lang="en-SG" sz="5400" dirty="0"/>
          </a:p>
        </p:txBody>
      </p:sp>
      <p:sp>
        <p:nvSpPr>
          <p:cNvPr id="4" name="Rectangle 3"/>
          <p:cNvSpPr/>
          <p:nvPr/>
        </p:nvSpPr>
        <p:spPr>
          <a:xfrm>
            <a:off x="623392" y="5546998"/>
            <a:ext cx="8712968" cy="738664"/>
          </a:xfrm>
          <a:prstGeom prst="rect">
            <a:avLst/>
          </a:prstGeom>
        </p:spPr>
        <p:txBody>
          <a:bodyPr wrap="square">
            <a:spAutoFit/>
          </a:bodyPr>
          <a:lstStyle/>
          <a:p>
            <a:r>
              <a:rPr lang="en-SG" sz="1400" dirty="0"/>
              <a:t>Source: </a:t>
            </a:r>
          </a:p>
          <a:p>
            <a:r>
              <a:rPr lang="en-SG" sz="1400" dirty="0" err="1"/>
              <a:t>Shahi</a:t>
            </a:r>
            <a:r>
              <a:rPr lang="en-SG" sz="1400" dirty="0"/>
              <a:t>, D. (2015) Apache Solr: A Practical Approach to Enterprise Search. </a:t>
            </a:r>
            <a:r>
              <a:rPr lang="en-SG" sz="1400" dirty="0" err="1"/>
              <a:t>Apress</a:t>
            </a:r>
            <a:r>
              <a:rPr lang="en-SG" sz="1400" dirty="0"/>
              <a:t>.</a:t>
            </a:r>
          </a:p>
          <a:p>
            <a:endParaRPr lang="en-SG" sz="1400" dirty="0"/>
          </a:p>
        </p:txBody>
      </p:sp>
      <p:pic>
        <p:nvPicPr>
          <p:cNvPr id="6" name="Picture 2" descr="https://pbs.twimg.com/card_img/1180640369177808898/TmUf0u6X?format=jpg&amp;name=small">
            <a:extLst>
              <a:ext uri="{FF2B5EF4-FFF2-40B4-BE49-F238E27FC236}">
                <a16:creationId xmlns:a16="http://schemas.microsoft.com/office/drawing/2014/main" id="{27A55401-98B4-4527-80A5-6DCE609472E2}"/>
              </a:ext>
            </a:extLst>
          </p:cNvPr>
          <p:cNvPicPr>
            <a:picLocks noChangeAspect="1" noChangeArrowheads="1"/>
          </p:cNvPicPr>
          <p:nvPr/>
        </p:nvPicPr>
        <p:blipFill rotWithShape="1">
          <a:blip r:embed="rId3" cstate="print"/>
          <a:srcRect l="21089" r="21091"/>
          <a:stretch/>
        </p:blipFill>
        <p:spPr bwMode="auto">
          <a:xfrm>
            <a:off x="6225997" y="-2458"/>
            <a:ext cx="5962785" cy="685800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p:spPr>
      </p:pic>
      <p:sp>
        <p:nvSpPr>
          <p:cNvPr id="5" name="Rectangle 4"/>
          <p:cNvSpPr/>
          <p:nvPr/>
        </p:nvSpPr>
        <p:spPr>
          <a:xfrm>
            <a:off x="428720" y="4056182"/>
            <a:ext cx="7488832" cy="1200329"/>
          </a:xfrm>
          <a:prstGeom prst="rect">
            <a:avLst/>
          </a:prstGeom>
        </p:spPr>
        <p:txBody>
          <a:bodyPr wrap="square">
            <a:spAutoFit/>
          </a:bodyPr>
          <a:lstStyle/>
          <a:p>
            <a:r>
              <a:rPr lang="en-US" sz="2400" dirty="0">
                <a:solidFill>
                  <a:srgbClr val="FF0000"/>
                </a:solidFill>
              </a:rPr>
              <a:t>At the end of the lecture, students should be able to;</a:t>
            </a:r>
          </a:p>
          <a:p>
            <a:pPr>
              <a:buFont typeface="Arial" pitchFamily="34" charset="0"/>
              <a:buChar char="•"/>
            </a:pPr>
            <a:r>
              <a:rPr lang="en-US" sz="2400" dirty="0">
                <a:solidFill>
                  <a:srgbClr val="FF0000"/>
                </a:solidFill>
              </a:rPr>
              <a:t> CLO1: Demonstrate an understanding on </a:t>
            </a:r>
            <a:r>
              <a:rPr lang="en-MY" sz="2400" dirty="0">
                <a:solidFill>
                  <a:srgbClr val="FF0000"/>
                </a:solidFill>
              </a:rPr>
              <a:t>the basic    	</a:t>
            </a:r>
            <a:r>
              <a:rPr lang="en-MY" sz="2400" b="1" dirty="0">
                <a:solidFill>
                  <a:srgbClr val="FF0000"/>
                </a:solidFill>
              </a:rPr>
              <a:t> concepts and practices </a:t>
            </a:r>
            <a:r>
              <a:rPr lang="en-MY" sz="2400" dirty="0">
                <a:solidFill>
                  <a:srgbClr val="FF0000"/>
                </a:solidFill>
              </a:rPr>
              <a:t>of big data technology</a:t>
            </a:r>
            <a:endParaRPr lang="en-SG" sz="2400"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4572000"/>
            <a:ext cx="7058307" cy="1964266"/>
          </a:xfrm>
          <a:prstGeom prst="rect">
            <a:avLst/>
          </a:prstGeom>
          <a:solidFill>
            <a:srgbClr val="625742">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524256" y="4767072"/>
            <a:ext cx="6594189" cy="1625210"/>
          </a:xfrm>
        </p:spPr>
        <p:txBody>
          <a:bodyPr>
            <a:normAutofit/>
          </a:bodyPr>
          <a:lstStyle/>
          <a:p>
            <a:pPr algn="r"/>
            <a:r>
              <a:rPr lang="en-SG">
                <a:solidFill>
                  <a:srgbClr val="FFFFFF"/>
                </a:solidFill>
              </a:rPr>
              <a:t>Search</a:t>
            </a:r>
          </a:p>
        </p:txBody>
      </p:sp>
      <p:pic>
        <p:nvPicPr>
          <p:cNvPr id="1026" name="Picture 2" descr="8+1 Alternative Search Engines &amp; Their Advantages - Brontobytes Blog">
            <a:extLst>
              <a:ext uri="{FF2B5EF4-FFF2-40B4-BE49-F238E27FC236}">
                <a16:creationId xmlns:a16="http://schemas.microsoft.com/office/drawing/2014/main" id="{C6B32E62-2593-4AF7-A3EC-BD24348F0D6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9058" b="1"/>
          <a:stretch/>
        </p:blipFill>
        <p:spPr bwMode="auto">
          <a:xfrm>
            <a:off x="327547" y="321733"/>
            <a:ext cx="7058306" cy="4107392"/>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3054216A-E48B-439E-A34D-8B9C1FB3ED75}"/>
              </a:ext>
            </a:extLst>
          </p:cNvPr>
          <p:cNvGraphicFramePr>
            <a:graphicFrameLocks noGrp="1"/>
          </p:cNvGraphicFramePr>
          <p:nvPr>
            <p:ph idx="1"/>
            <p:extLst>
              <p:ext uri="{D42A27DB-BD31-4B8C-83A1-F6EECF244321}">
                <p14:modId xmlns:p14="http://schemas.microsoft.com/office/powerpoint/2010/main" val="538143560"/>
              </p:ext>
            </p:extLst>
          </p:nvPr>
        </p:nvGraphicFramePr>
        <p:xfrm>
          <a:off x="8029319" y="917725"/>
          <a:ext cx="3424739" cy="48523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497E7-7E02-3988-4255-C20C3A3404CA}"/>
              </a:ext>
            </a:extLst>
          </p:cNvPr>
          <p:cNvSpPr>
            <a:spLocks noGrp="1"/>
          </p:cNvSpPr>
          <p:nvPr>
            <p:ph type="title"/>
          </p:nvPr>
        </p:nvSpPr>
        <p:spPr/>
        <p:txBody>
          <a:bodyPr/>
          <a:lstStyle/>
          <a:p>
            <a:r>
              <a:rPr lang="en-MY" dirty="0"/>
              <a:t>How Search Works</a:t>
            </a:r>
          </a:p>
        </p:txBody>
      </p:sp>
      <p:pic>
        <p:nvPicPr>
          <p:cNvPr id="4" name="Online Media 3" title="The Internet: How Search Works">
            <a:hlinkClick r:id="" action="ppaction://media"/>
            <a:extLst>
              <a:ext uri="{FF2B5EF4-FFF2-40B4-BE49-F238E27FC236}">
                <a16:creationId xmlns:a16="http://schemas.microsoft.com/office/drawing/2014/main" id="{B6555BD3-70A5-2C6F-8322-4F1C5117A50B}"/>
              </a:ext>
            </a:extLst>
          </p:cNvPr>
          <p:cNvPicPr>
            <a:picLocks noGrp="1" noRot="1" noChangeAspect="1"/>
          </p:cNvPicPr>
          <p:nvPr>
            <p:ph idx="1"/>
            <a:videoFile r:link="rId1"/>
          </p:nvPr>
        </p:nvPicPr>
        <p:blipFill>
          <a:blip r:embed="rId3"/>
          <a:stretch>
            <a:fillRect/>
          </a:stretch>
        </p:blipFill>
        <p:spPr>
          <a:xfrm>
            <a:off x="2090738" y="1600200"/>
            <a:ext cx="8010525" cy="4525963"/>
          </a:xfrm>
          <a:prstGeom prst="rect">
            <a:avLst/>
          </a:prstGeom>
        </p:spPr>
      </p:pic>
    </p:spTree>
    <p:extLst>
      <p:ext uri="{BB962C8B-B14F-4D97-AF65-F5344CB8AC3E}">
        <p14:creationId xmlns:p14="http://schemas.microsoft.com/office/powerpoint/2010/main" val="113799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C9CC24-B375-4226-BF2B-61FADBBA6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D70A28E-4FD8-4474-A206-E15B5EBB3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084747"/>
            <a:ext cx="12188952" cy="3294207"/>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39647E21-5366-4638-AC97-D8CD4111EB5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l="8235" r="8214" b="45501"/>
          <a:stretch>
            <a:fillRect/>
          </a:stretch>
        </p:blipFill>
        <p:spPr>
          <a:xfrm flipV="1">
            <a:off x="0" y="0"/>
            <a:ext cx="12191999" cy="4473360"/>
          </a:xfrm>
          <a:custGeom>
            <a:avLst/>
            <a:gdLst>
              <a:gd name="connsiteX0" fmla="*/ 0 w 12191999"/>
              <a:gd name="connsiteY0" fmla="*/ 4473360 h 4473360"/>
              <a:gd name="connsiteX1" fmla="*/ 12191999 w 12191999"/>
              <a:gd name="connsiteY1" fmla="*/ 4473360 h 4473360"/>
              <a:gd name="connsiteX2" fmla="*/ 12191999 w 12191999"/>
              <a:gd name="connsiteY2" fmla="*/ 0 h 4473360"/>
              <a:gd name="connsiteX3" fmla="*/ 0 w 12191999"/>
              <a:gd name="connsiteY3" fmla="*/ 0 h 4473360"/>
            </a:gdLst>
            <a:ahLst/>
            <a:cxnLst>
              <a:cxn ang="0">
                <a:pos x="connsiteX0" y="connsiteY0"/>
              </a:cxn>
              <a:cxn ang="0">
                <a:pos x="connsiteX1" y="connsiteY1"/>
              </a:cxn>
              <a:cxn ang="0">
                <a:pos x="connsiteX2" y="connsiteY2"/>
              </a:cxn>
              <a:cxn ang="0">
                <a:pos x="connsiteX3" y="connsiteY3"/>
              </a:cxn>
            </a:cxnLst>
            <a:rect l="l" t="t" r="r" b="b"/>
            <a:pathLst>
              <a:path w="12191999" h="4473360">
                <a:moveTo>
                  <a:pt x="0" y="4473360"/>
                </a:moveTo>
                <a:lnTo>
                  <a:pt x="12191999" y="4473360"/>
                </a:lnTo>
                <a:lnTo>
                  <a:pt x="12191999" y="0"/>
                </a:lnTo>
                <a:lnTo>
                  <a:pt x="0" y="0"/>
                </a:lnTo>
                <a:close/>
              </a:path>
            </a:pathLst>
          </a:custGeom>
        </p:spPr>
      </p:pic>
      <p:sp>
        <p:nvSpPr>
          <p:cNvPr id="2" name="Title 1"/>
          <p:cNvSpPr>
            <a:spLocks noGrp="1"/>
          </p:cNvSpPr>
          <p:nvPr>
            <p:ph type="title"/>
          </p:nvPr>
        </p:nvSpPr>
        <p:spPr>
          <a:xfrm>
            <a:off x="753925" y="2076450"/>
            <a:ext cx="10684151" cy="1345134"/>
          </a:xfrm>
        </p:spPr>
        <p:txBody>
          <a:bodyPr vert="horz" lIns="91440" tIns="45720" rIns="91440" bIns="45720" rtlCol="0" anchor="ctr">
            <a:normAutofit/>
          </a:bodyPr>
          <a:lstStyle/>
          <a:p>
            <a:pPr>
              <a:lnSpc>
                <a:spcPct val="90000"/>
              </a:lnSpc>
            </a:pPr>
            <a:r>
              <a:rPr lang="en-US" sz="5600" kern="1200">
                <a:solidFill>
                  <a:srgbClr val="FFFFFF"/>
                </a:solidFill>
                <a:latin typeface="+mj-lt"/>
                <a:ea typeface="+mj-ea"/>
                <a:cs typeface="+mj-cs"/>
              </a:rPr>
              <a:t>Search Engines</a:t>
            </a:r>
          </a:p>
        </p:txBody>
      </p:sp>
      <p:sp>
        <p:nvSpPr>
          <p:cNvPr id="3" name="Content Placeholder 2"/>
          <p:cNvSpPr>
            <a:spLocks noGrp="1"/>
          </p:cNvSpPr>
          <p:nvPr>
            <p:ph idx="1"/>
          </p:nvPr>
        </p:nvSpPr>
        <p:spPr>
          <a:xfrm>
            <a:off x="1171575" y="4473360"/>
            <a:ext cx="9469211" cy="865639"/>
          </a:xfrm>
        </p:spPr>
        <p:txBody>
          <a:bodyPr vert="horz" lIns="91440" tIns="45720" rIns="91440" bIns="45720" rtlCol="0" anchor="ctr">
            <a:normAutofit/>
          </a:bodyPr>
          <a:lstStyle/>
          <a:p>
            <a:pPr marL="0" indent="0" algn="ctr">
              <a:lnSpc>
                <a:spcPct val="90000"/>
              </a:lnSpc>
              <a:spcBef>
                <a:spcPts val="1000"/>
              </a:spcBef>
              <a:buNone/>
            </a:pPr>
            <a:r>
              <a:rPr lang="en-US" sz="2800" i="1" kern="1200" dirty="0">
                <a:solidFill>
                  <a:srgbClr val="000000"/>
                </a:solidFill>
                <a:latin typeface="+mn-lt"/>
                <a:ea typeface="+mn-ea"/>
                <a:cs typeface="+mn-cs"/>
              </a:rPr>
              <a:t>Search engines</a:t>
            </a:r>
            <a:r>
              <a:rPr lang="en-US" sz="2800" kern="1200" dirty="0">
                <a:solidFill>
                  <a:srgbClr val="000000"/>
                </a:solidFill>
                <a:latin typeface="+mn-lt"/>
                <a:ea typeface="+mn-ea"/>
                <a:cs typeface="+mn-cs"/>
              </a:rPr>
              <a:t> are one of the most widely used implementations of information retrieval systems.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3A5B4632-C963-4296-86F0-79AA9EA5A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8328" y="303591"/>
            <a:ext cx="3657600"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4360" y="637125"/>
            <a:ext cx="3163824" cy="5256371"/>
          </a:xfrm>
        </p:spPr>
        <p:txBody>
          <a:bodyPr>
            <a:normAutofit/>
          </a:bodyPr>
          <a:lstStyle/>
          <a:p>
            <a:r>
              <a:rPr lang="en-SG" dirty="0">
                <a:solidFill>
                  <a:schemeClr val="bg1"/>
                </a:solidFill>
              </a:rPr>
              <a:t>Search Engines categories</a:t>
            </a:r>
          </a:p>
        </p:txBody>
      </p:sp>
      <p:graphicFrame>
        <p:nvGraphicFramePr>
          <p:cNvPr id="20" name="Content Placeholder 2">
            <a:extLst>
              <a:ext uri="{FF2B5EF4-FFF2-40B4-BE49-F238E27FC236}">
                <a16:creationId xmlns:a16="http://schemas.microsoft.com/office/drawing/2014/main" id="{16D133B9-6182-43CA-A2B4-71D470A98F58}"/>
              </a:ext>
            </a:extLst>
          </p:cNvPr>
          <p:cNvGraphicFramePr>
            <a:graphicFrameLocks noGrp="1"/>
          </p:cNvGraphicFramePr>
          <p:nvPr>
            <p:ph idx="1"/>
            <p:extLst>
              <p:ext uri="{D42A27DB-BD31-4B8C-83A1-F6EECF244321}">
                <p14:modId xmlns:p14="http://schemas.microsoft.com/office/powerpoint/2010/main" val="1586150405"/>
              </p:ext>
            </p:extLst>
          </p:nvPr>
        </p:nvGraphicFramePr>
        <p:xfrm>
          <a:off x="4517136" y="303591"/>
          <a:ext cx="7242048" cy="5896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35222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4F5C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r>
              <a:rPr lang="en-SG" sz="2600">
                <a:solidFill>
                  <a:srgbClr val="FFFFFF"/>
                </a:solidFill>
              </a:rPr>
              <a:t>Search Engines</a:t>
            </a:r>
          </a:p>
        </p:txBody>
      </p:sp>
      <p:pic>
        <p:nvPicPr>
          <p:cNvPr id="1026" name="Picture 2" descr="https://images.books24x7.com/bookimages/id_106725/ch003_p041_fig001_0.jpg"/>
          <p:cNvPicPr>
            <a:picLocks noChangeAspect="1" noChangeArrowheads="1"/>
          </p:cNvPicPr>
          <p:nvPr/>
        </p:nvPicPr>
        <p:blipFill>
          <a:blip r:embed="rId2" cstate="print"/>
          <a:stretch>
            <a:fillRect/>
          </a:stretch>
        </p:blipFill>
        <p:spPr bwMode="auto">
          <a:xfrm>
            <a:off x="3553297" y="2254220"/>
            <a:ext cx="8158804" cy="1040247"/>
          </a:xfrm>
          <a:prstGeom prst="rect">
            <a:avLst/>
          </a:prstGeom>
          <a:noFill/>
        </p:spPr>
      </p:pic>
      <p:sp>
        <p:nvSpPr>
          <p:cNvPr id="3" name="Content Placeholder 2"/>
          <p:cNvSpPr>
            <a:spLocks noGrp="1"/>
          </p:cNvSpPr>
          <p:nvPr>
            <p:ph idx="1"/>
          </p:nvPr>
        </p:nvSpPr>
        <p:spPr>
          <a:xfrm>
            <a:off x="4038600" y="4884873"/>
            <a:ext cx="7188199" cy="1292090"/>
          </a:xfrm>
        </p:spPr>
        <p:txBody>
          <a:bodyPr>
            <a:normAutofit/>
          </a:bodyPr>
          <a:lstStyle/>
          <a:p>
            <a:r>
              <a:rPr lang="en-SG" sz="1800"/>
              <a:t>The goal of any information retrieval system is to turn data into actionable information that satisfies the users' needs. </a:t>
            </a:r>
          </a:p>
          <a:p>
            <a:r>
              <a:rPr lang="en-SG" sz="1800"/>
              <a:t>In case of search engines, information pertains to relevant documents that are retrieved for search requests. </a:t>
            </a:r>
          </a:p>
        </p:txBody>
      </p:sp>
      <p:sp>
        <p:nvSpPr>
          <p:cNvPr id="5" name="Rectangle 4"/>
          <p:cNvSpPr/>
          <p:nvPr/>
        </p:nvSpPr>
        <p:spPr>
          <a:xfrm>
            <a:off x="6103793" y="3540882"/>
            <a:ext cx="2448272" cy="461665"/>
          </a:xfrm>
          <a:prstGeom prst="rect">
            <a:avLst/>
          </a:prstGeom>
        </p:spPr>
        <p:txBody>
          <a:bodyPr wrap="square">
            <a:spAutoFit/>
          </a:bodyPr>
          <a:lstStyle/>
          <a:p>
            <a:pPr algn="ctr">
              <a:spcAft>
                <a:spcPts val="600"/>
              </a:spcAft>
            </a:pPr>
            <a:r>
              <a:rPr lang="en-SG" sz="2400" dirty="0"/>
              <a:t>A search 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8575C10-8187-4AC4-AD72-C754EAFD28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65429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762000" y="559678"/>
            <a:ext cx="3567915" cy="4952492"/>
          </a:xfrm>
        </p:spPr>
        <p:txBody>
          <a:bodyPr>
            <a:normAutofit/>
          </a:bodyPr>
          <a:lstStyle/>
          <a:p>
            <a:r>
              <a:rPr lang="en-SG" dirty="0">
                <a:solidFill>
                  <a:schemeClr val="bg1"/>
                </a:solidFill>
              </a:rPr>
              <a:t>Solr and Lucene</a:t>
            </a:r>
          </a:p>
        </p:txBody>
      </p:sp>
      <p:cxnSp>
        <p:nvCxnSpPr>
          <p:cNvPr id="12" name="Straight Connector 11">
            <a:extLst>
              <a:ext uri="{FF2B5EF4-FFF2-40B4-BE49-F238E27FC236}">
                <a16:creationId xmlns:a16="http://schemas.microsoft.com/office/drawing/2014/main" id="{74E776C9-ED67-41B7-B3A3-4DF76EF3AC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99730"/>
            <a:ext cx="429768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3B40FDB-8E8B-43FF-88F9-4ADD18E6CB33}"/>
              </a:ext>
            </a:extLst>
          </p:cNvPr>
          <p:cNvGraphicFramePr>
            <a:graphicFrameLocks noGrp="1"/>
          </p:cNvGraphicFramePr>
          <p:nvPr>
            <p:ph idx="1"/>
            <p:extLst>
              <p:ext uri="{D42A27DB-BD31-4B8C-83A1-F6EECF244321}">
                <p14:modId xmlns:p14="http://schemas.microsoft.com/office/powerpoint/2010/main" val="1411191375"/>
              </p:ext>
            </p:extLst>
          </p:nvPr>
        </p:nvGraphicFramePr>
        <p:xfrm>
          <a:off x="5181600" y="568325"/>
          <a:ext cx="6248400" cy="56562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26950-885D-40D1-8BBE-2A11B7E13344}"/>
              </a:ext>
            </a:extLst>
          </p:cNvPr>
          <p:cNvSpPr>
            <a:spLocks noGrp="1"/>
          </p:cNvSpPr>
          <p:nvPr>
            <p:ph type="title"/>
          </p:nvPr>
        </p:nvSpPr>
        <p:spPr>
          <a:xfrm>
            <a:off x="609600" y="332656"/>
            <a:ext cx="10972800" cy="1143000"/>
          </a:xfrm>
        </p:spPr>
        <p:txBody>
          <a:bodyPr>
            <a:normAutofit fontScale="90000"/>
          </a:bodyPr>
          <a:lstStyle/>
          <a:p>
            <a:r>
              <a:rPr lang="en-US" dirty="0"/>
              <a:t>Architecture and main components of standard search engine model.</a:t>
            </a:r>
            <a:br>
              <a:rPr lang="en-US" dirty="0"/>
            </a:br>
            <a:endParaRPr lang="en-MY" dirty="0"/>
          </a:p>
        </p:txBody>
      </p:sp>
      <p:pic>
        <p:nvPicPr>
          <p:cNvPr id="2050" name="Picture 2" descr="Architecture and main components of standard search engine model. ">
            <a:extLst>
              <a:ext uri="{FF2B5EF4-FFF2-40B4-BE49-F238E27FC236}">
                <a16:creationId xmlns:a16="http://schemas.microsoft.com/office/drawing/2014/main" id="{D0D9A360-6436-47E5-AF5E-7F2EBCFE927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38109" y="1600200"/>
            <a:ext cx="5115782" cy="452596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975F2A5-DECE-4C52-98C2-6D25B9BD7311}"/>
              </a:ext>
            </a:extLst>
          </p:cNvPr>
          <p:cNvSpPr/>
          <p:nvPr/>
        </p:nvSpPr>
        <p:spPr>
          <a:xfrm>
            <a:off x="1815965" y="6250707"/>
            <a:ext cx="9774260" cy="646331"/>
          </a:xfrm>
          <a:prstGeom prst="rect">
            <a:avLst/>
          </a:prstGeom>
        </p:spPr>
        <p:txBody>
          <a:bodyPr wrap="square">
            <a:spAutoFit/>
          </a:bodyPr>
          <a:lstStyle/>
          <a:p>
            <a:r>
              <a:rPr lang="en-MY" dirty="0"/>
              <a:t>https://www.researchgate.net/publication/220717128_A_web_search_engine_model_based_on_index-query_bit-level_compression</a:t>
            </a:r>
          </a:p>
        </p:txBody>
      </p:sp>
    </p:spTree>
    <p:extLst>
      <p:ext uri="{BB962C8B-B14F-4D97-AF65-F5344CB8AC3E}">
        <p14:creationId xmlns:p14="http://schemas.microsoft.com/office/powerpoint/2010/main" val="2307244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SG" dirty="0"/>
              <a:t>History - Solr and Lucene</a:t>
            </a:r>
          </a:p>
        </p:txBody>
      </p:sp>
      <p:graphicFrame>
        <p:nvGraphicFramePr>
          <p:cNvPr id="5" name="Content Placeholder 2">
            <a:extLst>
              <a:ext uri="{FF2B5EF4-FFF2-40B4-BE49-F238E27FC236}">
                <a16:creationId xmlns:a16="http://schemas.microsoft.com/office/drawing/2014/main" id="{62C35466-90EA-4C93-BE7B-B895ADF823F9}"/>
              </a:ext>
            </a:extLst>
          </p:cNvPr>
          <p:cNvGraphicFramePr>
            <a:graphicFrameLocks noGrp="1"/>
          </p:cNvGraphicFramePr>
          <p:nvPr>
            <p:ph idx="1"/>
            <p:extLst>
              <p:ext uri="{D42A27DB-BD31-4B8C-83A1-F6EECF244321}">
                <p14:modId xmlns:p14="http://schemas.microsoft.com/office/powerpoint/2010/main" val="19199728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15F377-9A3E-421C-8ECC-09F7B5069F2F}"/>
              </a:ext>
            </a:extLst>
          </p:cNvPr>
          <p:cNvSpPr>
            <a:spLocks noGrp="1"/>
          </p:cNvSpPr>
          <p:nvPr>
            <p:ph type="title"/>
          </p:nvPr>
        </p:nvSpPr>
        <p:spPr>
          <a:xfrm>
            <a:off x="686834" y="1153572"/>
            <a:ext cx="3200400" cy="4461163"/>
          </a:xfrm>
        </p:spPr>
        <p:txBody>
          <a:bodyPr>
            <a:normAutofit/>
          </a:bodyPr>
          <a:lstStyle/>
          <a:p>
            <a:r>
              <a:rPr lang="en-MY">
                <a:solidFill>
                  <a:srgbClr val="FFFFFF"/>
                </a:solidFill>
              </a:rPr>
              <a:t>Lucene vs Solr</a:t>
            </a:r>
          </a:p>
        </p:txBody>
      </p:sp>
      <p:sp>
        <p:nvSpPr>
          <p:cNvPr id="28"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074BB8A-CD44-4BE7-9F7F-6E3D159FEE13}"/>
              </a:ext>
            </a:extLst>
          </p:cNvPr>
          <p:cNvSpPr>
            <a:spLocks noGrp="1"/>
          </p:cNvSpPr>
          <p:nvPr>
            <p:ph idx="1"/>
          </p:nvPr>
        </p:nvSpPr>
        <p:spPr>
          <a:xfrm>
            <a:off x="4447308" y="591344"/>
            <a:ext cx="6906491" cy="5585619"/>
          </a:xfrm>
        </p:spPr>
        <p:txBody>
          <a:bodyPr anchor="ctr">
            <a:normAutofit/>
          </a:bodyPr>
          <a:lstStyle/>
          <a:p>
            <a:r>
              <a:rPr lang="en-US" dirty="0"/>
              <a:t>A simple way to conceptualize the relationship between </a:t>
            </a:r>
            <a:r>
              <a:rPr lang="en-US" dirty="0" err="1"/>
              <a:t>Solr</a:t>
            </a:r>
            <a:r>
              <a:rPr lang="en-US" dirty="0"/>
              <a:t> and Lucene:</a:t>
            </a:r>
          </a:p>
          <a:p>
            <a:pPr lvl="1"/>
            <a:r>
              <a:rPr lang="en-US" b="1" dirty="0" err="1"/>
              <a:t>Solr</a:t>
            </a:r>
            <a:r>
              <a:rPr lang="en-US" dirty="0"/>
              <a:t> is that of a </a:t>
            </a:r>
            <a:r>
              <a:rPr lang="en-US" b="1" dirty="0"/>
              <a:t>car</a:t>
            </a:r>
            <a:r>
              <a:rPr lang="en-US" dirty="0"/>
              <a:t> </a:t>
            </a:r>
          </a:p>
          <a:p>
            <a:pPr lvl="1"/>
            <a:r>
              <a:rPr lang="en-US" dirty="0"/>
              <a:t>and its </a:t>
            </a:r>
            <a:r>
              <a:rPr lang="en-US" b="1" dirty="0"/>
              <a:t>engine </a:t>
            </a:r>
            <a:r>
              <a:rPr lang="en-US" dirty="0"/>
              <a:t>is </a:t>
            </a:r>
            <a:r>
              <a:rPr lang="en-US" b="1" dirty="0"/>
              <a:t>Lucence</a:t>
            </a:r>
            <a:r>
              <a:rPr lang="en-US" dirty="0"/>
              <a:t>. </a:t>
            </a:r>
          </a:p>
          <a:p>
            <a:r>
              <a:rPr lang="en-US" dirty="0"/>
              <a:t>You can't drive an engine, but you can drive a car. </a:t>
            </a:r>
          </a:p>
          <a:p>
            <a:r>
              <a:rPr lang="en-US" dirty="0"/>
              <a:t>Similarly, Lucene is a programmatic library which you can't use as-is, whereas </a:t>
            </a:r>
            <a:r>
              <a:rPr lang="en-US" dirty="0" err="1"/>
              <a:t>Solr</a:t>
            </a:r>
            <a:r>
              <a:rPr lang="en-US" dirty="0"/>
              <a:t> is a complete application which you can use out-of-box.</a:t>
            </a:r>
            <a:endParaRPr lang="ms-MY" dirty="0"/>
          </a:p>
        </p:txBody>
      </p:sp>
    </p:spTree>
    <p:extLst>
      <p:ext uri="{BB962C8B-B14F-4D97-AF65-F5344CB8AC3E}">
        <p14:creationId xmlns:p14="http://schemas.microsoft.com/office/powerpoint/2010/main" val="32043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87181-CAAD-95FF-7AE6-E764B1C97EAA}"/>
              </a:ext>
            </a:extLst>
          </p:cNvPr>
          <p:cNvSpPr>
            <a:spLocks noGrp="1"/>
          </p:cNvSpPr>
          <p:nvPr>
            <p:ph type="title"/>
          </p:nvPr>
        </p:nvSpPr>
        <p:spPr/>
        <p:txBody>
          <a:bodyPr/>
          <a:lstStyle/>
          <a:p>
            <a:r>
              <a:rPr lang="en-MY" dirty="0"/>
              <a:t>Introducing Apache </a:t>
            </a:r>
            <a:r>
              <a:rPr lang="en-MY" dirty="0" err="1"/>
              <a:t>Solr</a:t>
            </a:r>
            <a:endParaRPr lang="en-MY" dirty="0"/>
          </a:p>
        </p:txBody>
      </p:sp>
      <p:pic>
        <p:nvPicPr>
          <p:cNvPr id="4" name="Online Media 3" title="Solr in 5 Minutes - Ignite Style Presentation">
            <a:hlinkClick r:id="" action="ppaction://media"/>
            <a:extLst>
              <a:ext uri="{FF2B5EF4-FFF2-40B4-BE49-F238E27FC236}">
                <a16:creationId xmlns:a16="http://schemas.microsoft.com/office/drawing/2014/main" id="{FC2EDCE3-74AF-DA54-DD79-B47F88856590}"/>
              </a:ext>
            </a:extLst>
          </p:cNvPr>
          <p:cNvPicPr>
            <a:picLocks noGrp="1" noRot="1" noChangeAspect="1"/>
          </p:cNvPicPr>
          <p:nvPr>
            <p:ph idx="1"/>
            <a:videoFile r:link="rId1"/>
          </p:nvPr>
        </p:nvPicPr>
        <p:blipFill>
          <a:blip r:embed="rId3"/>
          <a:stretch>
            <a:fillRect/>
          </a:stretch>
        </p:blipFill>
        <p:spPr>
          <a:xfrm>
            <a:off x="3079750" y="1600200"/>
            <a:ext cx="6034088" cy="4525963"/>
          </a:xfrm>
          <a:prstGeom prst="rect">
            <a:avLst/>
          </a:prstGeom>
        </p:spPr>
      </p:pic>
    </p:spTree>
    <p:extLst>
      <p:ext uri="{BB962C8B-B14F-4D97-AF65-F5344CB8AC3E}">
        <p14:creationId xmlns:p14="http://schemas.microsoft.com/office/powerpoint/2010/main" val="1297968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75C4D-E337-495D-A8C6-91CC4D44149A}"/>
              </a:ext>
            </a:extLst>
          </p:cNvPr>
          <p:cNvSpPr>
            <a:spLocks noGrp="1"/>
          </p:cNvSpPr>
          <p:nvPr>
            <p:ph type="title"/>
          </p:nvPr>
        </p:nvSpPr>
        <p:spPr/>
        <p:txBody>
          <a:bodyPr/>
          <a:lstStyle/>
          <a:p>
            <a:r>
              <a:rPr lang="en-MY" dirty="0"/>
              <a:t>Apache </a:t>
            </a:r>
            <a:r>
              <a:rPr lang="en-MY" dirty="0" err="1"/>
              <a:t>Solr</a:t>
            </a:r>
            <a:endParaRPr lang="en-MY" dirty="0"/>
          </a:p>
        </p:txBody>
      </p:sp>
      <p:pic>
        <p:nvPicPr>
          <p:cNvPr id="4" name="Online Media 3" title="[Part 1/2] Run Your Own Search Engine With Apache Solr">
            <a:hlinkClick r:id="" action="ppaction://media"/>
            <a:extLst>
              <a:ext uri="{FF2B5EF4-FFF2-40B4-BE49-F238E27FC236}">
                <a16:creationId xmlns:a16="http://schemas.microsoft.com/office/drawing/2014/main" id="{119E1241-2522-496D-9B4B-0B0EF10C53AD}"/>
              </a:ext>
            </a:extLst>
          </p:cNvPr>
          <p:cNvPicPr>
            <a:picLocks noGrp="1" noRot="1" noChangeAspect="1"/>
          </p:cNvPicPr>
          <p:nvPr>
            <p:ph idx="1"/>
            <a:videoFile r:link="rId1"/>
          </p:nvPr>
        </p:nvPicPr>
        <p:blipFill>
          <a:blip r:embed="rId3"/>
          <a:stretch>
            <a:fillRect/>
          </a:stretch>
        </p:blipFill>
        <p:spPr>
          <a:xfrm>
            <a:off x="348928" y="236427"/>
            <a:ext cx="11233472" cy="6346935"/>
          </a:xfrm>
          <a:prstGeom prst="rect">
            <a:avLst/>
          </a:prstGeom>
        </p:spPr>
      </p:pic>
    </p:spTree>
    <p:extLst>
      <p:ext uri="{BB962C8B-B14F-4D97-AF65-F5344CB8AC3E}">
        <p14:creationId xmlns:p14="http://schemas.microsoft.com/office/powerpoint/2010/main" val="452208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SG" dirty="0"/>
              <a:t>Major Building Block/Components</a:t>
            </a:r>
          </a:p>
        </p:txBody>
      </p:sp>
      <p:graphicFrame>
        <p:nvGraphicFramePr>
          <p:cNvPr id="5" name="Content Placeholder 2">
            <a:extLst>
              <a:ext uri="{FF2B5EF4-FFF2-40B4-BE49-F238E27FC236}">
                <a16:creationId xmlns:a16="http://schemas.microsoft.com/office/drawing/2014/main" id="{9EC3FC0D-B73B-4710-B710-84BE80E73296}"/>
              </a:ext>
            </a:extLst>
          </p:cNvPr>
          <p:cNvGraphicFramePr>
            <a:graphicFrameLocks noGrp="1"/>
          </p:cNvGraphicFramePr>
          <p:nvPr>
            <p:ph idx="1"/>
            <p:extLst>
              <p:ext uri="{D42A27DB-BD31-4B8C-83A1-F6EECF244321}">
                <p14:modId xmlns:p14="http://schemas.microsoft.com/office/powerpoint/2010/main" val="2624359188"/>
              </p:ext>
            </p:extLst>
          </p:nvPr>
        </p:nvGraphicFramePr>
        <p:xfrm>
          <a:off x="1271464" y="764704"/>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SG" dirty="0"/>
              <a:t>Lucence Major Building Block/Components</a:t>
            </a:r>
          </a:p>
        </p:txBody>
      </p:sp>
      <p:graphicFrame>
        <p:nvGraphicFramePr>
          <p:cNvPr id="5" name="Content Placeholder 2">
            <a:extLst>
              <a:ext uri="{FF2B5EF4-FFF2-40B4-BE49-F238E27FC236}">
                <a16:creationId xmlns:a16="http://schemas.microsoft.com/office/drawing/2014/main" id="{A40C76D5-9DCF-4CD0-949B-940AC82EEE2F}"/>
              </a:ext>
            </a:extLst>
          </p:cNvPr>
          <p:cNvGraphicFramePr>
            <a:graphicFrameLocks noGrp="1"/>
          </p:cNvGraphicFramePr>
          <p:nvPr>
            <p:ph idx="1"/>
            <p:extLst>
              <p:ext uri="{D42A27DB-BD31-4B8C-83A1-F6EECF244321}">
                <p14:modId xmlns:p14="http://schemas.microsoft.com/office/powerpoint/2010/main" val="309823364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A5B4632-C963-4296-86F0-79AA9EA5A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8328" y="303591"/>
            <a:ext cx="4335327"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4360" y="637125"/>
            <a:ext cx="3802276" cy="5256371"/>
          </a:xfrm>
        </p:spPr>
        <p:txBody>
          <a:bodyPr>
            <a:normAutofit/>
          </a:bodyPr>
          <a:lstStyle/>
          <a:p>
            <a:r>
              <a:rPr lang="en-SG" sz="4800">
                <a:solidFill>
                  <a:schemeClr val="bg1"/>
                </a:solidFill>
              </a:rPr>
              <a:t>Information Retrieval Component &amp; Process</a:t>
            </a:r>
          </a:p>
        </p:txBody>
      </p:sp>
      <p:graphicFrame>
        <p:nvGraphicFramePr>
          <p:cNvPr id="4" name="Content Placeholder 3">
            <a:extLst>
              <a:ext uri="{FF2B5EF4-FFF2-40B4-BE49-F238E27FC236}">
                <a16:creationId xmlns:a16="http://schemas.microsoft.com/office/drawing/2014/main" id="{11E774B3-DDEB-4DDC-97C3-EFF40EB75581}"/>
              </a:ext>
            </a:extLst>
          </p:cNvPr>
          <p:cNvGraphicFramePr>
            <a:graphicFrameLocks noGrp="1"/>
          </p:cNvGraphicFramePr>
          <p:nvPr>
            <p:ph idx="1"/>
            <p:extLst>
              <p:ext uri="{D42A27DB-BD31-4B8C-83A1-F6EECF244321}">
                <p14:modId xmlns:p14="http://schemas.microsoft.com/office/powerpoint/2010/main" val="1878480930"/>
              </p:ext>
            </p:extLst>
          </p:nvPr>
        </p:nvGraphicFramePr>
        <p:xfrm>
          <a:off x="5166985" y="303591"/>
          <a:ext cx="6588691" cy="5896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pPr>
              <a:lnSpc>
                <a:spcPct val="90000"/>
              </a:lnSpc>
            </a:pPr>
            <a:r>
              <a:rPr lang="en-SG" sz="2800" dirty="0">
                <a:solidFill>
                  <a:srgbClr val="FFFFFF"/>
                </a:solidFill>
              </a:rPr>
              <a:t>Information Retrieval Component &amp; Process: </a:t>
            </a:r>
            <a:r>
              <a:rPr lang="en-SG" sz="2800" b="1" dirty="0">
                <a:solidFill>
                  <a:srgbClr val="FFFFFF"/>
                </a:solidFill>
              </a:rPr>
              <a:t>Solr Indexing Process</a:t>
            </a:r>
            <a:br>
              <a:rPr lang="en-SG" sz="2800" b="1" dirty="0">
                <a:solidFill>
                  <a:srgbClr val="FFFFFF"/>
                </a:solidFill>
              </a:rPr>
            </a:br>
            <a:endParaRPr lang="en-SG" sz="2800" dirty="0">
              <a:solidFill>
                <a:srgbClr val="FFFFFF"/>
              </a:solidFill>
            </a:endParaRPr>
          </a:p>
        </p:txBody>
      </p:sp>
      <p:sp>
        <p:nvSpPr>
          <p:cNvPr id="3" name="Content Placeholder 2"/>
          <p:cNvSpPr>
            <a:spLocks noGrp="1"/>
          </p:cNvSpPr>
          <p:nvPr>
            <p:ph idx="1"/>
          </p:nvPr>
        </p:nvSpPr>
        <p:spPr>
          <a:xfrm>
            <a:off x="1371599" y="1700808"/>
            <a:ext cx="9724031" cy="4752528"/>
          </a:xfrm>
        </p:spPr>
        <p:txBody>
          <a:bodyPr anchor="ctr">
            <a:normAutofit lnSpcReduction="10000"/>
          </a:bodyPr>
          <a:lstStyle/>
          <a:p>
            <a:pPr>
              <a:lnSpc>
                <a:spcPct val="90000"/>
              </a:lnSpc>
            </a:pPr>
            <a:r>
              <a:rPr lang="en-SG" sz="2000" b="1" dirty="0"/>
              <a:t>Text extraction: </a:t>
            </a:r>
          </a:p>
          <a:p>
            <a:pPr lvl="1">
              <a:lnSpc>
                <a:spcPct val="90000"/>
              </a:lnSpc>
            </a:pPr>
            <a:r>
              <a:rPr lang="en-SG" sz="1200" dirty="0"/>
              <a:t>to </a:t>
            </a:r>
            <a:r>
              <a:rPr lang="en-SG" sz="1200" b="1" dirty="0"/>
              <a:t>extract the text for indexing</a:t>
            </a:r>
            <a:r>
              <a:rPr lang="en-SG" sz="1200" dirty="0"/>
              <a:t>. </a:t>
            </a:r>
          </a:p>
          <a:p>
            <a:pPr lvl="1">
              <a:lnSpc>
                <a:spcPct val="90000"/>
              </a:lnSpc>
            </a:pPr>
            <a:r>
              <a:rPr lang="en-SG" sz="1200" dirty="0"/>
              <a:t>The text can be acquired, for example, by reading files, querying databases, crawling web pages, or reading RSS feeds. Extraction can be performed by your Java client application or Solr components. </a:t>
            </a:r>
          </a:p>
          <a:p>
            <a:pPr>
              <a:lnSpc>
                <a:spcPct val="90000"/>
              </a:lnSpc>
            </a:pPr>
            <a:r>
              <a:rPr lang="en-SG" sz="2000" b="1" dirty="0"/>
              <a:t>Document preparation: </a:t>
            </a:r>
          </a:p>
          <a:p>
            <a:pPr lvl="1">
              <a:lnSpc>
                <a:spcPct val="90000"/>
              </a:lnSpc>
            </a:pPr>
            <a:r>
              <a:rPr lang="en-SG" sz="1200" dirty="0"/>
              <a:t>The extracted text should be </a:t>
            </a:r>
            <a:r>
              <a:rPr lang="en-SG" sz="1200" b="1" dirty="0"/>
              <a:t>transformed into a Solr document </a:t>
            </a:r>
            <a:r>
              <a:rPr lang="en-SG" sz="1200" dirty="0"/>
              <a:t>for ingestion. </a:t>
            </a:r>
          </a:p>
          <a:p>
            <a:pPr lvl="1">
              <a:lnSpc>
                <a:spcPct val="90000"/>
              </a:lnSpc>
            </a:pPr>
            <a:r>
              <a:rPr lang="en-SG" sz="1200" dirty="0"/>
              <a:t>The prepared document should adhere to the native format specified, for example, for XML or JSON. </a:t>
            </a:r>
          </a:p>
          <a:p>
            <a:pPr>
              <a:lnSpc>
                <a:spcPct val="90000"/>
              </a:lnSpc>
            </a:pPr>
            <a:r>
              <a:rPr lang="en-SG" sz="2000" b="1" dirty="0"/>
              <a:t>Post and commit: </a:t>
            </a:r>
          </a:p>
          <a:p>
            <a:pPr lvl="1">
              <a:lnSpc>
                <a:spcPct val="90000"/>
              </a:lnSpc>
            </a:pPr>
            <a:r>
              <a:rPr lang="en-SG" sz="1200" dirty="0"/>
              <a:t>During this process, you </a:t>
            </a:r>
            <a:r>
              <a:rPr lang="en-SG" sz="1200" b="1" dirty="0"/>
              <a:t>post the document to the appropriate Solr endpoint </a:t>
            </a:r>
            <a:r>
              <a:rPr lang="en-SG" sz="1200" dirty="0"/>
              <a:t>with required parameters. </a:t>
            </a:r>
          </a:p>
          <a:p>
            <a:pPr lvl="1">
              <a:lnSpc>
                <a:spcPct val="90000"/>
              </a:lnSpc>
            </a:pPr>
            <a:r>
              <a:rPr lang="en-SG" sz="1200" dirty="0" err="1"/>
              <a:t>Solr</a:t>
            </a:r>
            <a:r>
              <a:rPr lang="en-SG" sz="1200" dirty="0"/>
              <a:t> - provided extraction capabilities are performed based on the endpoint you invoke. </a:t>
            </a:r>
          </a:p>
          <a:p>
            <a:pPr>
              <a:lnSpc>
                <a:spcPct val="90000"/>
              </a:lnSpc>
            </a:pPr>
            <a:r>
              <a:rPr lang="en-SG" sz="2000" b="1" dirty="0"/>
              <a:t>Document pre-processing: </a:t>
            </a:r>
          </a:p>
          <a:p>
            <a:pPr lvl="1">
              <a:lnSpc>
                <a:spcPct val="90000"/>
              </a:lnSpc>
            </a:pPr>
            <a:r>
              <a:rPr lang="en-SG" sz="1200" dirty="0"/>
              <a:t>You might want to do </a:t>
            </a:r>
            <a:r>
              <a:rPr lang="en-SG" sz="1200" b="1" dirty="0"/>
              <a:t>clean-up, enrichment, or validation of text </a:t>
            </a:r>
            <a:r>
              <a:rPr lang="en-SG" sz="1200" dirty="0"/>
              <a:t>received by Solr. </a:t>
            </a:r>
          </a:p>
          <a:p>
            <a:pPr>
              <a:lnSpc>
                <a:spcPct val="90000"/>
              </a:lnSpc>
            </a:pPr>
            <a:r>
              <a:rPr lang="en-SG" sz="2000" b="1" dirty="0"/>
              <a:t>Field analysis: </a:t>
            </a:r>
          </a:p>
          <a:p>
            <a:pPr lvl="1">
              <a:lnSpc>
                <a:spcPct val="90000"/>
              </a:lnSpc>
            </a:pPr>
            <a:r>
              <a:rPr lang="en-SG" sz="1200" dirty="0"/>
              <a:t>Field analysis </a:t>
            </a:r>
            <a:r>
              <a:rPr lang="en-SG" sz="1200" b="1" dirty="0"/>
              <a:t>converts the input stream into terms</a:t>
            </a:r>
            <a:r>
              <a:rPr lang="en-SG" sz="1200" dirty="0"/>
              <a:t>. </a:t>
            </a:r>
          </a:p>
          <a:p>
            <a:pPr lvl="1">
              <a:lnSpc>
                <a:spcPct val="90000"/>
              </a:lnSpc>
            </a:pPr>
            <a:r>
              <a:rPr lang="en-SG" sz="1200" dirty="0"/>
              <a:t>This step refers to the analysis chain of analysers, tokenizers and token filters that are applied on the </a:t>
            </a:r>
            <a:r>
              <a:rPr lang="en-SG" sz="1200" dirty="0" err="1"/>
              <a:t>fieldType</a:t>
            </a:r>
            <a:r>
              <a:rPr lang="en-SG" sz="1200" dirty="0"/>
              <a:t> definition, which you read about in the previous chapter.</a:t>
            </a:r>
          </a:p>
          <a:p>
            <a:pPr>
              <a:lnSpc>
                <a:spcPct val="90000"/>
              </a:lnSpc>
            </a:pPr>
            <a:r>
              <a:rPr lang="en-SG" sz="2000" b="1" dirty="0"/>
              <a:t>Index: </a:t>
            </a:r>
          </a:p>
          <a:p>
            <a:pPr lvl="1">
              <a:lnSpc>
                <a:spcPct val="90000"/>
              </a:lnSpc>
            </a:pPr>
            <a:r>
              <a:rPr lang="en-SG" sz="1200" dirty="0"/>
              <a:t>The terms output from </a:t>
            </a:r>
            <a:r>
              <a:rPr lang="en-SG" sz="1200" b="1" dirty="0"/>
              <a:t>field analysis are finally indexed</a:t>
            </a:r>
            <a:r>
              <a:rPr lang="en-SG" sz="1200" dirty="0"/>
              <a:t>; the inverted index is created. </a:t>
            </a:r>
          </a:p>
          <a:p>
            <a:pPr lvl="1">
              <a:lnSpc>
                <a:spcPct val="90000"/>
              </a:lnSpc>
            </a:pPr>
            <a:r>
              <a:rPr lang="en-SG" sz="1200" dirty="0"/>
              <a:t>These indexed terms are </a:t>
            </a:r>
            <a:r>
              <a:rPr lang="en-SG" sz="1200" b="1" dirty="0"/>
              <a:t>used for matching and ranking in search requests</a:t>
            </a:r>
            <a:r>
              <a:rPr lang="en-SG" sz="1200" dirty="0"/>
              <a:t>. </a:t>
            </a:r>
          </a:p>
          <a:p>
            <a:pPr lvl="1">
              <a:lnSpc>
                <a:spcPct val="90000"/>
              </a:lnSpc>
            </a:pPr>
            <a:r>
              <a:rPr lang="en-SG" sz="1200" dirty="0"/>
              <a:t>After you trigger the post operation (mentioned in Step 3), the pre-processing and field analysis defined in Solr will be triggered automatically and documents will be indexed.</a:t>
            </a:r>
          </a:p>
        </p:txBody>
      </p:sp>
    </p:spTree>
    <p:extLst>
      <p:ext uri="{BB962C8B-B14F-4D97-AF65-F5344CB8AC3E}">
        <p14:creationId xmlns:p14="http://schemas.microsoft.com/office/powerpoint/2010/main" val="17951183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24E0F61-337C-4A5B-B6F4-08BF97AF6A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A2D6563-C921-43E3-960A-FCA5360D8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133600" y="685800"/>
            <a:ext cx="10058400" cy="5486400"/>
          </a:xfrm>
          <a:prstGeom prst="rect">
            <a:avLst/>
          </a:prstGeom>
          <a:solidFill>
            <a:schemeClr val="bg1">
              <a:lumMod val="9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2" name="Title 1"/>
          <p:cNvSpPr>
            <a:spLocks noGrp="1"/>
          </p:cNvSpPr>
          <p:nvPr>
            <p:ph type="title"/>
          </p:nvPr>
        </p:nvSpPr>
        <p:spPr>
          <a:xfrm>
            <a:off x="1463040" y="685800"/>
            <a:ext cx="5548769" cy="1958646"/>
          </a:xfrm>
        </p:spPr>
        <p:txBody>
          <a:bodyPr anchor="t">
            <a:normAutofit fontScale="90000"/>
          </a:bodyPr>
          <a:lstStyle/>
          <a:p>
            <a:pPr algn="l"/>
            <a:r>
              <a:rPr lang="en-SG" sz="4600" dirty="0"/>
              <a:t>Information Retrieval Component &amp; Process: </a:t>
            </a:r>
            <a:r>
              <a:rPr lang="en-SG" sz="4800" b="1" i="1" dirty="0"/>
              <a:t>Context extraction</a:t>
            </a:r>
            <a:endParaRPr lang="en-SG" sz="4600" dirty="0"/>
          </a:p>
        </p:txBody>
      </p:sp>
      <p:sp>
        <p:nvSpPr>
          <p:cNvPr id="15" name="Rectangle 14">
            <a:extLst>
              <a:ext uri="{FF2B5EF4-FFF2-40B4-BE49-F238E27FC236}">
                <a16:creationId xmlns:a16="http://schemas.microsoft.com/office/drawing/2014/main" id="{AB4D2B16-FD2F-49E6-B755-313F21458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9764" y="685797"/>
            <a:ext cx="118872" cy="15504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463040" y="2757714"/>
            <a:ext cx="5548769" cy="3414486"/>
          </a:xfrm>
        </p:spPr>
        <p:txBody>
          <a:bodyPr>
            <a:normAutofit/>
          </a:bodyPr>
          <a:lstStyle/>
          <a:p>
            <a:r>
              <a:rPr lang="en-SG" sz="1800" dirty="0"/>
              <a:t> is the first process in information flow. </a:t>
            </a:r>
          </a:p>
          <a:p>
            <a:r>
              <a:rPr lang="en-SG" sz="1800" dirty="0"/>
              <a:t>In this process, you </a:t>
            </a:r>
            <a:r>
              <a:rPr lang="en-SG" sz="1800" b="1" dirty="0"/>
              <a:t>extract the content from the data source and convert it into indexable documents</a:t>
            </a:r>
            <a:r>
              <a:rPr lang="en-SG" sz="1800" dirty="0"/>
              <a:t>. </a:t>
            </a:r>
          </a:p>
          <a:p>
            <a:r>
              <a:rPr lang="en-SG" sz="1800" dirty="0"/>
              <a:t>In Solr, the process can be performed inside it or in the client application that indexes the documents.</a:t>
            </a:r>
          </a:p>
        </p:txBody>
      </p:sp>
      <p:sp>
        <p:nvSpPr>
          <p:cNvPr id="17" name="Graphic 14">
            <a:extLst>
              <a:ext uri="{FF2B5EF4-FFF2-40B4-BE49-F238E27FC236}">
                <a16:creationId xmlns:a16="http://schemas.microsoft.com/office/drawing/2014/main" id="{1D2B4AEE-CC3F-417C-8FF0-DA59478B8D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017263" y="966353"/>
            <a:ext cx="2012229" cy="2014135"/>
          </a:xfrm>
          <a:custGeom>
            <a:avLst/>
            <a:gdLst>
              <a:gd name="connsiteX0" fmla="*/ 2616327 w 2616326"/>
              <a:gd name="connsiteY0" fmla="*/ 634841 h 2618803"/>
              <a:gd name="connsiteX1" fmla="*/ 2616327 w 2616326"/>
              <a:gd name="connsiteY1" fmla="*/ 0 h 2618803"/>
              <a:gd name="connsiteX2" fmla="*/ 0 w 2616326"/>
              <a:gd name="connsiteY2" fmla="*/ 0 h 2618803"/>
              <a:gd name="connsiteX3" fmla="*/ 0 w 2616326"/>
              <a:gd name="connsiteY3" fmla="*/ 2618804 h 2618803"/>
              <a:gd name="connsiteX4" fmla="*/ 634270 w 2616326"/>
              <a:gd name="connsiteY4" fmla="*/ 2618804 h 2618803"/>
              <a:gd name="connsiteX5" fmla="*/ 2616327 w 2616326"/>
              <a:gd name="connsiteY5" fmla="*/ 634841 h 2618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6326" h="2618803">
                <a:moveTo>
                  <a:pt x="2616327" y="634841"/>
                </a:moveTo>
                <a:lnTo>
                  <a:pt x="2616327" y="0"/>
                </a:lnTo>
                <a:lnTo>
                  <a:pt x="0" y="0"/>
                </a:lnTo>
                <a:lnTo>
                  <a:pt x="0" y="2618804"/>
                </a:lnTo>
                <a:lnTo>
                  <a:pt x="634270" y="2618804"/>
                </a:lnTo>
                <a:cubicBezTo>
                  <a:pt x="634270" y="1523143"/>
                  <a:pt x="1521619" y="634841"/>
                  <a:pt x="2616327" y="634841"/>
                </a:cubicBezTo>
                <a:close/>
              </a:path>
            </a:pathLst>
          </a:custGeom>
          <a:solidFill>
            <a:schemeClr val="accent2"/>
          </a:solidFill>
          <a:ln w="9525" cap="flat">
            <a:noFill/>
            <a:prstDash val="solid"/>
            <a:miter/>
          </a:ln>
        </p:spPr>
        <p:txBody>
          <a:bodyPr rtlCol="0" anchor="ctr"/>
          <a:lstStyle/>
          <a:p>
            <a:endParaRPr lang="en-US"/>
          </a:p>
        </p:txBody>
      </p:sp>
      <p:sp>
        <p:nvSpPr>
          <p:cNvPr id="19" name="Graphic 14">
            <a:extLst>
              <a:ext uri="{FF2B5EF4-FFF2-40B4-BE49-F238E27FC236}">
                <a16:creationId xmlns:a16="http://schemas.microsoft.com/office/drawing/2014/main" id="{2A058240-2147-45E0-AEDC-7842EF6C32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017263" y="966354"/>
            <a:ext cx="2012229" cy="2014135"/>
          </a:xfrm>
          <a:custGeom>
            <a:avLst/>
            <a:gdLst>
              <a:gd name="connsiteX0" fmla="*/ 2616327 w 2616326"/>
              <a:gd name="connsiteY0" fmla="*/ 634841 h 2618803"/>
              <a:gd name="connsiteX1" fmla="*/ 2616327 w 2616326"/>
              <a:gd name="connsiteY1" fmla="*/ 0 h 2618803"/>
              <a:gd name="connsiteX2" fmla="*/ 0 w 2616326"/>
              <a:gd name="connsiteY2" fmla="*/ 0 h 2618803"/>
              <a:gd name="connsiteX3" fmla="*/ 0 w 2616326"/>
              <a:gd name="connsiteY3" fmla="*/ 2618804 h 2618803"/>
              <a:gd name="connsiteX4" fmla="*/ 634270 w 2616326"/>
              <a:gd name="connsiteY4" fmla="*/ 2618804 h 2618803"/>
              <a:gd name="connsiteX5" fmla="*/ 2616327 w 2616326"/>
              <a:gd name="connsiteY5" fmla="*/ 634841 h 2618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6326" h="2618803">
                <a:moveTo>
                  <a:pt x="2616327" y="634841"/>
                </a:moveTo>
                <a:lnTo>
                  <a:pt x="2616327" y="0"/>
                </a:lnTo>
                <a:lnTo>
                  <a:pt x="0" y="0"/>
                </a:lnTo>
                <a:lnTo>
                  <a:pt x="0" y="2618804"/>
                </a:lnTo>
                <a:lnTo>
                  <a:pt x="634270" y="2618804"/>
                </a:lnTo>
                <a:cubicBezTo>
                  <a:pt x="634270" y="1523143"/>
                  <a:pt x="1521619" y="634841"/>
                  <a:pt x="2616327" y="634841"/>
                </a:cubicBezTo>
                <a:close/>
              </a:path>
            </a:pathLst>
          </a:custGeom>
          <a:solidFill>
            <a:schemeClr val="accent2">
              <a:alpha val="50000"/>
            </a:schemeClr>
          </a:solidFill>
          <a:ln w="9525" cap="flat">
            <a:noFill/>
            <a:prstDash val="solid"/>
            <a:miter/>
          </a:ln>
        </p:spPr>
        <p:txBody>
          <a:bodyPr rtlCol="0" anchor="ctr"/>
          <a:lstStyle/>
          <a:p>
            <a:endParaRPr lang="en-US"/>
          </a:p>
        </p:txBody>
      </p:sp>
      <p:sp>
        <p:nvSpPr>
          <p:cNvPr id="21" name="Rectangle 20">
            <a:extLst>
              <a:ext uri="{FF2B5EF4-FFF2-40B4-BE49-F238E27FC236}">
                <a16:creationId xmlns:a16="http://schemas.microsoft.com/office/drawing/2014/main" id="{F9836921-C8BE-42F1-A4AD-7D4B4E7FD8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73128" y="6172201"/>
            <a:ext cx="118872"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p:cNvGraphicFramePr>
            <a:graphicFrameLocks noGrp="1"/>
          </p:cNvGraphicFramePr>
          <p:nvPr/>
        </p:nvGraphicFramePr>
        <p:xfrm>
          <a:off x="7427212" y="1248156"/>
          <a:ext cx="4349387" cy="4361691"/>
        </p:xfrm>
        <a:graphic>
          <a:graphicData uri="http://schemas.openxmlformats.org/drawingml/2006/table">
            <a:tbl>
              <a:tblPr firstRow="1" bandRow="1">
                <a:tableStyleId>{5C22544A-7EE6-4342-B048-85BDC9FD1C3A}</a:tableStyleId>
              </a:tblPr>
              <a:tblGrid>
                <a:gridCol w="1829397">
                  <a:extLst>
                    <a:ext uri="{9D8B030D-6E8A-4147-A177-3AD203B41FA5}">
                      <a16:colId xmlns:a16="http://schemas.microsoft.com/office/drawing/2014/main" val="20000"/>
                    </a:ext>
                  </a:extLst>
                </a:gridCol>
                <a:gridCol w="2519990">
                  <a:extLst>
                    <a:ext uri="{9D8B030D-6E8A-4147-A177-3AD203B41FA5}">
                      <a16:colId xmlns:a16="http://schemas.microsoft.com/office/drawing/2014/main" val="20001"/>
                    </a:ext>
                  </a:extLst>
                </a:gridCol>
              </a:tblGrid>
              <a:tr h="283647">
                <a:tc>
                  <a:txBody>
                    <a:bodyPr/>
                    <a:lstStyle/>
                    <a:p>
                      <a:pPr algn="l"/>
                      <a:r>
                        <a:rPr lang="en-SG" sz="1200" b="1">
                          <a:solidFill>
                            <a:srgbClr val="494B43"/>
                          </a:solidFill>
                        </a:rPr>
                        <a:t>File Formats</a:t>
                      </a:r>
                      <a:endParaRPr lang="en-SG" sz="1200" b="1">
                        <a:solidFill>
                          <a:srgbClr val="494B43"/>
                        </a:solidFill>
                        <a:latin typeface="Arial"/>
                      </a:endParaRPr>
                    </a:p>
                  </a:txBody>
                  <a:tcPr marL="12824" marR="12824" marT="32060" marB="32060"/>
                </a:tc>
                <a:tc>
                  <a:txBody>
                    <a:bodyPr/>
                    <a:lstStyle/>
                    <a:p>
                      <a:pPr algn="l"/>
                      <a:r>
                        <a:rPr lang="en-SG" sz="1200" b="1">
                          <a:solidFill>
                            <a:srgbClr val="494B43"/>
                          </a:solidFill>
                        </a:rPr>
                        <a:t>Open Source Tools</a:t>
                      </a:r>
                      <a:endParaRPr lang="en-SG" sz="1200" b="1">
                        <a:solidFill>
                          <a:srgbClr val="494B43"/>
                        </a:solidFill>
                        <a:latin typeface="Arial"/>
                      </a:endParaRPr>
                    </a:p>
                  </a:txBody>
                  <a:tcPr marL="12824" marR="12824" marT="32060" marB="32060"/>
                </a:tc>
                <a:extLst>
                  <a:ext uri="{0D108BD9-81ED-4DB2-BD59-A6C34878D82A}">
                    <a16:rowId xmlns:a16="http://schemas.microsoft.com/office/drawing/2014/main" val="10000"/>
                  </a:ext>
                </a:extLst>
              </a:tr>
              <a:tr h="464021">
                <a:tc>
                  <a:txBody>
                    <a:bodyPr/>
                    <a:lstStyle/>
                    <a:p>
                      <a:pPr algn="l"/>
                      <a:r>
                        <a:rPr lang="en-SG" sz="1200">
                          <a:solidFill>
                            <a:srgbClr val="494B43"/>
                          </a:solidFill>
                        </a:rPr>
                        <a:t>PDF</a:t>
                      </a:r>
                      <a:endParaRPr lang="en-SG" sz="1200">
                        <a:solidFill>
                          <a:srgbClr val="494B43"/>
                        </a:solidFill>
                        <a:latin typeface="Arial"/>
                      </a:endParaRPr>
                    </a:p>
                  </a:txBody>
                  <a:tcPr marL="61557" marR="61557" marT="30778" marB="30778"/>
                </a:tc>
                <a:tc>
                  <a:txBody>
                    <a:bodyPr/>
                    <a:lstStyle/>
                    <a:p>
                      <a:pPr algn="l"/>
                      <a:r>
                        <a:rPr lang="en-SG" sz="1200">
                          <a:solidFill>
                            <a:srgbClr val="494B43"/>
                          </a:solidFill>
                        </a:rPr>
                        <a:t>Apache POI</a:t>
                      </a:r>
                    </a:p>
                    <a:p>
                      <a:pPr algn="l"/>
                      <a:r>
                        <a:rPr lang="en-SG" sz="1200">
                          <a:solidFill>
                            <a:srgbClr val="494B43"/>
                          </a:solidFill>
                        </a:rPr>
                        <a:t>Apache PDFBox</a:t>
                      </a:r>
                      <a:endParaRPr lang="en-SG" sz="1200">
                        <a:solidFill>
                          <a:srgbClr val="494B43"/>
                        </a:solidFill>
                        <a:latin typeface="Arial"/>
                      </a:endParaRPr>
                    </a:p>
                  </a:txBody>
                  <a:tcPr marL="61557" marR="61557" marT="30778" marB="30778"/>
                </a:tc>
                <a:extLst>
                  <a:ext uri="{0D108BD9-81ED-4DB2-BD59-A6C34878D82A}">
                    <a16:rowId xmlns:a16="http://schemas.microsoft.com/office/drawing/2014/main" val="10001"/>
                  </a:ext>
                </a:extLst>
              </a:tr>
              <a:tr h="464021">
                <a:tc>
                  <a:txBody>
                    <a:bodyPr/>
                    <a:lstStyle/>
                    <a:p>
                      <a:pPr algn="l"/>
                      <a:r>
                        <a:rPr lang="en-SG" sz="1200">
                          <a:solidFill>
                            <a:srgbClr val="494B43"/>
                          </a:solidFill>
                        </a:rPr>
                        <a:t>Microsoft Word/Excel/PowerPoint</a:t>
                      </a:r>
                      <a:endParaRPr lang="en-SG" sz="1200">
                        <a:solidFill>
                          <a:srgbClr val="494B43"/>
                        </a:solidFill>
                        <a:latin typeface="Arial"/>
                      </a:endParaRPr>
                    </a:p>
                  </a:txBody>
                  <a:tcPr marL="61557" marR="61557" marT="30778" marB="30778"/>
                </a:tc>
                <a:tc>
                  <a:txBody>
                    <a:bodyPr/>
                    <a:lstStyle/>
                    <a:p>
                      <a:pPr algn="l"/>
                      <a:r>
                        <a:rPr lang="en-SG" sz="1200">
                          <a:solidFill>
                            <a:srgbClr val="494B43"/>
                          </a:solidFill>
                        </a:rPr>
                        <a:t>Apache POI</a:t>
                      </a:r>
                    </a:p>
                    <a:p>
                      <a:pPr algn="l"/>
                      <a:r>
                        <a:rPr lang="en-SG" sz="1200">
                          <a:solidFill>
                            <a:srgbClr val="494B43"/>
                          </a:solidFill>
                        </a:rPr>
                        <a:t>Apache OpenOffice</a:t>
                      </a:r>
                      <a:endParaRPr lang="en-SG" sz="1200">
                        <a:solidFill>
                          <a:srgbClr val="494B43"/>
                        </a:solidFill>
                        <a:latin typeface="Arial"/>
                      </a:endParaRPr>
                    </a:p>
                  </a:txBody>
                  <a:tcPr marL="61557" marR="61557" marT="30778" marB="30778"/>
                </a:tc>
                <a:extLst>
                  <a:ext uri="{0D108BD9-81ED-4DB2-BD59-A6C34878D82A}">
                    <a16:rowId xmlns:a16="http://schemas.microsoft.com/office/drawing/2014/main" val="10002"/>
                  </a:ext>
                </a:extLst>
              </a:tr>
              <a:tr h="464021">
                <a:tc>
                  <a:txBody>
                    <a:bodyPr/>
                    <a:lstStyle/>
                    <a:p>
                      <a:pPr algn="l"/>
                      <a:r>
                        <a:rPr lang="en-SG" sz="1200">
                          <a:solidFill>
                            <a:srgbClr val="494B43"/>
                          </a:solidFill>
                        </a:rPr>
                        <a:t>HTML</a:t>
                      </a:r>
                      <a:endParaRPr lang="en-SG" sz="1200">
                        <a:solidFill>
                          <a:srgbClr val="494B43"/>
                        </a:solidFill>
                        <a:latin typeface="Arial"/>
                      </a:endParaRPr>
                    </a:p>
                  </a:txBody>
                  <a:tcPr marL="61557" marR="61557" marT="30778" marB="30778"/>
                </a:tc>
                <a:tc>
                  <a:txBody>
                    <a:bodyPr/>
                    <a:lstStyle/>
                    <a:p>
                      <a:pPr algn="l"/>
                      <a:r>
                        <a:rPr lang="en-SG" sz="1200">
                          <a:solidFill>
                            <a:srgbClr val="494B43"/>
                          </a:solidFill>
                        </a:rPr>
                        <a:t>jsoup</a:t>
                      </a:r>
                    </a:p>
                    <a:p>
                      <a:pPr algn="l"/>
                      <a:r>
                        <a:rPr lang="en-SG" sz="1200">
                          <a:solidFill>
                            <a:srgbClr val="494B43"/>
                          </a:solidFill>
                        </a:rPr>
                        <a:t>HTMLCleaner</a:t>
                      </a:r>
                      <a:endParaRPr lang="en-SG" sz="1200">
                        <a:solidFill>
                          <a:srgbClr val="494B43"/>
                        </a:solidFill>
                        <a:latin typeface="Arial"/>
                      </a:endParaRPr>
                    </a:p>
                  </a:txBody>
                  <a:tcPr marL="61557" marR="61557" marT="30778" marB="30778"/>
                </a:tc>
                <a:extLst>
                  <a:ext uri="{0D108BD9-81ED-4DB2-BD59-A6C34878D82A}">
                    <a16:rowId xmlns:a16="http://schemas.microsoft.com/office/drawing/2014/main" val="10003"/>
                  </a:ext>
                </a:extLst>
              </a:tr>
              <a:tr h="1378714">
                <a:tc>
                  <a:txBody>
                    <a:bodyPr/>
                    <a:lstStyle/>
                    <a:p>
                      <a:pPr algn="l"/>
                      <a:r>
                        <a:rPr lang="en-SG" sz="1200">
                          <a:solidFill>
                            <a:srgbClr val="494B43"/>
                          </a:solidFill>
                        </a:rPr>
                        <a:t>XML</a:t>
                      </a:r>
                      <a:endParaRPr lang="en-SG" sz="1200">
                        <a:solidFill>
                          <a:srgbClr val="494B43"/>
                        </a:solidFill>
                        <a:latin typeface="Arial"/>
                      </a:endParaRPr>
                    </a:p>
                  </a:txBody>
                  <a:tcPr marL="61557" marR="61557" marT="30778" marB="30778"/>
                </a:tc>
                <a:tc>
                  <a:txBody>
                    <a:bodyPr/>
                    <a:lstStyle/>
                    <a:p>
                      <a:pPr algn="l"/>
                      <a:r>
                        <a:rPr lang="en-SG" sz="1200" dirty="0">
                          <a:solidFill>
                            <a:srgbClr val="494B43"/>
                          </a:solidFill>
                        </a:rPr>
                        <a:t>Apache </a:t>
                      </a:r>
                      <a:r>
                        <a:rPr lang="en-SG" sz="1200" u="none" strike="noStrike" dirty="0">
                          <a:solidFill>
                            <a:srgbClr val="9AA290"/>
                          </a:solidFill>
                          <a:hlinkClick r:id="rId2"/>
                        </a:rPr>
                        <a:t>Xerces</a:t>
                      </a:r>
                      <a:endParaRPr lang="en-SG" sz="1200" dirty="0">
                        <a:solidFill>
                          <a:srgbClr val="494B43"/>
                        </a:solidFill>
                      </a:endParaRPr>
                    </a:p>
                    <a:p>
                      <a:pPr algn="l"/>
                      <a:r>
                        <a:rPr lang="en-SG" sz="1200" dirty="0">
                          <a:solidFill>
                            <a:srgbClr val="494B43"/>
                          </a:solidFill>
                        </a:rPr>
                        <a:t>Java Architecture for XML Binding (JAXB)</a:t>
                      </a:r>
                    </a:p>
                    <a:p>
                      <a:pPr algn="l"/>
                      <a:r>
                        <a:rPr lang="en-SG" sz="1200" dirty="0">
                          <a:solidFill>
                            <a:srgbClr val="494B43"/>
                          </a:solidFill>
                        </a:rPr>
                        <a:t>Dom4j</a:t>
                      </a:r>
                    </a:p>
                    <a:p>
                      <a:pPr algn="l"/>
                      <a:r>
                        <a:rPr lang="en-SG" sz="1200" dirty="0">
                          <a:solidFill>
                            <a:srgbClr val="494B43"/>
                          </a:solidFill>
                        </a:rPr>
                        <a:t>Many other SAX and DOM parsers are available</a:t>
                      </a:r>
                    </a:p>
                    <a:p>
                      <a:pPr algn="l"/>
                      <a:r>
                        <a:rPr lang="en-SG" sz="1200" dirty="0">
                          <a:solidFill>
                            <a:srgbClr val="494B43"/>
                          </a:solidFill>
                        </a:rPr>
                        <a:t>Solr </a:t>
                      </a:r>
                      <a:r>
                        <a:rPr lang="en-SG" sz="1200" dirty="0" err="1">
                          <a:solidFill>
                            <a:srgbClr val="494B43"/>
                          </a:solidFill>
                        </a:rPr>
                        <a:t>DataImportHandler</a:t>
                      </a:r>
                      <a:endParaRPr lang="en-SG" sz="1200" dirty="0">
                        <a:solidFill>
                          <a:srgbClr val="494B43"/>
                        </a:solidFill>
                        <a:latin typeface="Arial"/>
                      </a:endParaRPr>
                    </a:p>
                  </a:txBody>
                  <a:tcPr marL="61557" marR="61557" marT="30778" marB="30778"/>
                </a:tc>
                <a:extLst>
                  <a:ext uri="{0D108BD9-81ED-4DB2-BD59-A6C34878D82A}">
                    <a16:rowId xmlns:a16="http://schemas.microsoft.com/office/drawing/2014/main" val="10004"/>
                  </a:ext>
                </a:extLst>
              </a:tr>
              <a:tr h="281082">
                <a:tc>
                  <a:txBody>
                    <a:bodyPr/>
                    <a:lstStyle/>
                    <a:p>
                      <a:pPr algn="l"/>
                      <a:r>
                        <a:rPr lang="en-SG" sz="1200">
                          <a:solidFill>
                            <a:srgbClr val="494B43"/>
                          </a:solidFill>
                        </a:rPr>
                        <a:t>OCR</a:t>
                      </a:r>
                      <a:endParaRPr lang="en-SG" sz="1200">
                        <a:solidFill>
                          <a:srgbClr val="494B43"/>
                        </a:solidFill>
                        <a:latin typeface="Arial"/>
                      </a:endParaRPr>
                    </a:p>
                  </a:txBody>
                  <a:tcPr marL="61557" marR="61557" marT="30778" marB="30778"/>
                </a:tc>
                <a:tc>
                  <a:txBody>
                    <a:bodyPr/>
                    <a:lstStyle/>
                    <a:p>
                      <a:pPr algn="l"/>
                      <a:r>
                        <a:rPr lang="en-SG" sz="1200">
                          <a:solidFill>
                            <a:srgbClr val="494B43"/>
                          </a:solidFill>
                        </a:rPr>
                        <a:t>Tesseract</a:t>
                      </a:r>
                      <a:endParaRPr lang="en-SG" sz="1200">
                        <a:solidFill>
                          <a:srgbClr val="494B43"/>
                        </a:solidFill>
                        <a:latin typeface="Arial"/>
                      </a:endParaRPr>
                    </a:p>
                  </a:txBody>
                  <a:tcPr marL="61557" marR="61557" marT="30778" marB="30778"/>
                </a:tc>
                <a:extLst>
                  <a:ext uri="{0D108BD9-81ED-4DB2-BD59-A6C34878D82A}">
                    <a16:rowId xmlns:a16="http://schemas.microsoft.com/office/drawing/2014/main" val="10005"/>
                  </a:ext>
                </a:extLst>
              </a:tr>
              <a:tr h="464021">
                <a:tc>
                  <a:txBody>
                    <a:bodyPr/>
                    <a:lstStyle/>
                    <a:p>
                      <a:pPr algn="l"/>
                      <a:r>
                        <a:rPr lang="en-SG" sz="1200">
                          <a:solidFill>
                            <a:srgbClr val="494B43"/>
                          </a:solidFill>
                        </a:rPr>
                        <a:t>Geospatial</a:t>
                      </a:r>
                      <a:endParaRPr lang="en-SG" sz="1200">
                        <a:solidFill>
                          <a:srgbClr val="494B43"/>
                        </a:solidFill>
                        <a:latin typeface="Arial"/>
                      </a:endParaRPr>
                    </a:p>
                  </a:txBody>
                  <a:tcPr marL="61557" marR="61557" marT="30778" marB="30778"/>
                </a:tc>
                <a:tc>
                  <a:txBody>
                    <a:bodyPr/>
                    <a:lstStyle/>
                    <a:p>
                      <a:pPr algn="l"/>
                      <a:r>
                        <a:rPr lang="en-SG" sz="1200">
                          <a:solidFill>
                            <a:srgbClr val="494B43"/>
                          </a:solidFill>
                        </a:rPr>
                        <a:t>Geospatial Data Abstraction Library (GDAL)</a:t>
                      </a:r>
                      <a:endParaRPr lang="en-SG" sz="1200">
                        <a:solidFill>
                          <a:srgbClr val="494B43"/>
                        </a:solidFill>
                        <a:latin typeface="Arial"/>
                      </a:endParaRPr>
                    </a:p>
                  </a:txBody>
                  <a:tcPr marL="61557" marR="61557" marT="30778" marB="30778"/>
                </a:tc>
                <a:extLst>
                  <a:ext uri="{0D108BD9-81ED-4DB2-BD59-A6C34878D82A}">
                    <a16:rowId xmlns:a16="http://schemas.microsoft.com/office/drawing/2014/main" val="10006"/>
                  </a:ext>
                </a:extLst>
              </a:tr>
              <a:tr h="281082">
                <a:tc>
                  <a:txBody>
                    <a:bodyPr/>
                    <a:lstStyle/>
                    <a:p>
                      <a:pPr algn="l"/>
                      <a:r>
                        <a:rPr lang="en-SG" sz="1200">
                          <a:solidFill>
                            <a:srgbClr val="494B43"/>
                          </a:solidFill>
                        </a:rPr>
                        <a:t>E-mail</a:t>
                      </a:r>
                      <a:endParaRPr lang="en-SG" sz="1200">
                        <a:solidFill>
                          <a:srgbClr val="494B43"/>
                        </a:solidFill>
                        <a:latin typeface="Arial"/>
                      </a:endParaRPr>
                    </a:p>
                  </a:txBody>
                  <a:tcPr marL="61557" marR="61557" marT="30778" marB="30778"/>
                </a:tc>
                <a:tc>
                  <a:txBody>
                    <a:bodyPr/>
                    <a:lstStyle/>
                    <a:p>
                      <a:pPr algn="l"/>
                      <a:r>
                        <a:rPr lang="en-SG" sz="1200">
                          <a:solidFill>
                            <a:srgbClr val="494B43"/>
                          </a:solidFill>
                        </a:rPr>
                        <a:t>JavaMail API</a:t>
                      </a:r>
                      <a:endParaRPr lang="en-SG" sz="1200">
                        <a:solidFill>
                          <a:srgbClr val="494B43"/>
                        </a:solidFill>
                        <a:latin typeface="Arial"/>
                      </a:endParaRPr>
                    </a:p>
                  </a:txBody>
                  <a:tcPr marL="61557" marR="61557" marT="30778" marB="30778"/>
                </a:tc>
                <a:extLst>
                  <a:ext uri="{0D108BD9-81ED-4DB2-BD59-A6C34878D82A}">
                    <a16:rowId xmlns:a16="http://schemas.microsoft.com/office/drawing/2014/main" val="10007"/>
                  </a:ext>
                </a:extLst>
              </a:tr>
              <a:tr h="281082">
                <a:tc>
                  <a:txBody>
                    <a:bodyPr/>
                    <a:lstStyle/>
                    <a:p>
                      <a:pPr algn="l"/>
                      <a:r>
                        <a:rPr lang="en-SG" sz="1200">
                          <a:solidFill>
                            <a:srgbClr val="494B43"/>
                          </a:solidFill>
                        </a:rPr>
                        <a:t>Web crawling</a:t>
                      </a:r>
                      <a:endParaRPr lang="en-SG" sz="1200">
                        <a:solidFill>
                          <a:srgbClr val="494B43"/>
                        </a:solidFill>
                        <a:latin typeface="Arial"/>
                      </a:endParaRPr>
                    </a:p>
                  </a:txBody>
                  <a:tcPr marL="61557" marR="61557" marT="30778" marB="30778"/>
                </a:tc>
                <a:tc>
                  <a:txBody>
                    <a:bodyPr/>
                    <a:lstStyle/>
                    <a:p>
                      <a:pPr algn="l"/>
                      <a:r>
                        <a:rPr lang="en-SG" sz="1200">
                          <a:solidFill>
                            <a:srgbClr val="494B43"/>
                          </a:solidFill>
                        </a:rPr>
                        <a:t>Apache </a:t>
                      </a:r>
                      <a:r>
                        <a:rPr lang="en-SG" sz="1200" err="1">
                          <a:solidFill>
                            <a:srgbClr val="494B43"/>
                          </a:solidFill>
                        </a:rPr>
                        <a:t>Nutch</a:t>
                      </a:r>
                      <a:endParaRPr lang="en-SG" sz="1200">
                        <a:solidFill>
                          <a:srgbClr val="494B43"/>
                        </a:solidFill>
                        <a:latin typeface="Arial"/>
                      </a:endParaRPr>
                    </a:p>
                  </a:txBody>
                  <a:tcPr marL="61557" marR="61557" marT="30778" marB="30778"/>
                </a:tc>
                <a:extLst>
                  <a:ext uri="{0D108BD9-81ED-4DB2-BD59-A6C34878D82A}">
                    <a16:rowId xmlns:a16="http://schemas.microsoft.com/office/drawing/2014/main" val="10008"/>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36428" y="627564"/>
            <a:ext cx="7474172" cy="1325563"/>
          </a:xfrm>
        </p:spPr>
        <p:txBody>
          <a:bodyPr>
            <a:normAutofit fontScale="90000"/>
          </a:bodyPr>
          <a:lstStyle/>
          <a:p>
            <a:pPr>
              <a:lnSpc>
                <a:spcPct val="90000"/>
              </a:lnSpc>
            </a:pPr>
            <a:r>
              <a:rPr lang="en-SG" dirty="0"/>
              <a:t>Information Retrieval Component &amp; Process: </a:t>
            </a:r>
            <a:r>
              <a:rPr lang="en-SG" b="1" dirty="0"/>
              <a:t>Text Processing</a:t>
            </a:r>
            <a:br>
              <a:rPr lang="en-SG" sz="2800" b="1" dirty="0"/>
            </a:br>
            <a:endParaRPr lang="en-SG" sz="2800" dirty="0"/>
          </a:p>
        </p:txBody>
      </p:sp>
      <p:sp>
        <p:nvSpPr>
          <p:cNvPr id="3" name="Content Placeholder 2"/>
          <p:cNvSpPr>
            <a:spLocks noGrp="1"/>
          </p:cNvSpPr>
          <p:nvPr>
            <p:ph idx="1"/>
          </p:nvPr>
        </p:nvSpPr>
        <p:spPr>
          <a:xfrm>
            <a:off x="1136429" y="2278173"/>
            <a:ext cx="6467867" cy="3450613"/>
          </a:xfrm>
        </p:spPr>
        <p:txBody>
          <a:bodyPr anchor="ctr">
            <a:normAutofit lnSpcReduction="10000"/>
          </a:bodyPr>
          <a:lstStyle/>
          <a:p>
            <a:pPr>
              <a:lnSpc>
                <a:spcPct val="90000"/>
              </a:lnSpc>
            </a:pPr>
            <a:r>
              <a:rPr lang="en-SG" sz="1700" dirty="0"/>
              <a:t>Raw documents received from the </a:t>
            </a:r>
            <a:r>
              <a:rPr lang="en-SG" sz="1700" b="1" dirty="0"/>
              <a:t>database or text extracted </a:t>
            </a:r>
            <a:r>
              <a:rPr lang="en-SG" sz="1700" dirty="0"/>
              <a:t>from binary documents, require processing before being indexed. </a:t>
            </a:r>
          </a:p>
          <a:p>
            <a:pPr>
              <a:lnSpc>
                <a:spcPct val="90000"/>
              </a:lnSpc>
            </a:pPr>
            <a:r>
              <a:rPr lang="en-SG" sz="1700" dirty="0"/>
              <a:t>The processing tasks can be </a:t>
            </a:r>
            <a:r>
              <a:rPr lang="en-SG" sz="1700" b="1" dirty="0"/>
              <a:t>for cleansing, normalization, enrichment, or aggregation of text</a:t>
            </a:r>
            <a:r>
              <a:rPr lang="en-SG" sz="1700" dirty="0"/>
              <a:t>. </a:t>
            </a:r>
          </a:p>
          <a:p>
            <a:pPr lvl="1">
              <a:lnSpc>
                <a:spcPct val="90000"/>
              </a:lnSpc>
            </a:pPr>
            <a:r>
              <a:rPr lang="en-SG" sz="1300" dirty="0"/>
              <a:t>The processes are generally chained together to achieve the desired output, and the pipeline depends on your processing needs, which varies depending on the nature and quality of data and the desired output.</a:t>
            </a:r>
          </a:p>
          <a:p>
            <a:pPr>
              <a:lnSpc>
                <a:spcPct val="90000"/>
              </a:lnSpc>
            </a:pPr>
            <a:r>
              <a:rPr lang="en-SG" sz="1700" dirty="0"/>
              <a:t>In Solr</a:t>
            </a:r>
            <a:r>
              <a:rPr lang="en-SG" sz="1700" b="1" dirty="0"/>
              <a:t>, text processing </a:t>
            </a:r>
            <a:r>
              <a:rPr lang="en-SG" sz="1700" dirty="0"/>
              <a:t>can be performed </a:t>
            </a:r>
            <a:r>
              <a:rPr lang="en-SG" sz="1700" b="1" dirty="0"/>
              <a:t>at two steps, by the </a:t>
            </a:r>
            <a:r>
              <a:rPr lang="en-SG" sz="1700" b="1" i="1" dirty="0"/>
              <a:t>analysis</a:t>
            </a:r>
            <a:r>
              <a:rPr lang="en-SG" sz="1700" b="1" dirty="0"/>
              <a:t> process and </a:t>
            </a:r>
            <a:r>
              <a:rPr lang="en-SG" sz="1700" b="1" i="1" dirty="0"/>
              <a:t>update request processors</a:t>
            </a:r>
            <a:r>
              <a:rPr lang="en-SG" sz="1700" dirty="0"/>
              <a:t>. </a:t>
            </a:r>
          </a:p>
          <a:p>
            <a:pPr lvl="1">
              <a:lnSpc>
                <a:spcPct val="90000"/>
              </a:lnSpc>
            </a:pPr>
            <a:r>
              <a:rPr lang="en-SG" sz="1300" dirty="0"/>
              <a:t>The purpose of these steps is to address various text-processing needs. </a:t>
            </a:r>
          </a:p>
          <a:p>
            <a:pPr>
              <a:lnSpc>
                <a:spcPct val="90000"/>
              </a:lnSpc>
            </a:pPr>
            <a:r>
              <a:rPr lang="en-SG" sz="1700" dirty="0"/>
              <a:t>The </a:t>
            </a:r>
            <a:r>
              <a:rPr lang="en-SG" sz="1700" b="1" dirty="0"/>
              <a:t>analysis process </a:t>
            </a:r>
            <a:r>
              <a:rPr lang="en-SG" sz="1700" dirty="0"/>
              <a:t>caters to </a:t>
            </a:r>
            <a:r>
              <a:rPr lang="en-SG" sz="1700" b="1" dirty="0"/>
              <a:t>individual field-level tokenization and analysis</a:t>
            </a:r>
            <a:r>
              <a:rPr lang="en-SG" sz="1700" dirty="0"/>
              <a:t>, </a:t>
            </a:r>
          </a:p>
          <a:p>
            <a:pPr>
              <a:lnSpc>
                <a:spcPct val="90000"/>
              </a:lnSpc>
            </a:pPr>
            <a:r>
              <a:rPr lang="en-SG" sz="1700" b="1" dirty="0"/>
              <a:t>update request processor </a:t>
            </a:r>
            <a:r>
              <a:rPr lang="en-SG" sz="1700" dirty="0"/>
              <a:t>is for other text-processing needs and is scoped to the entire document. </a:t>
            </a:r>
          </a:p>
          <a:p>
            <a:pPr lvl="1">
              <a:lnSpc>
                <a:spcPct val="90000"/>
              </a:lnSpc>
            </a:pPr>
            <a:r>
              <a:rPr lang="en-SG" sz="1300" b="1" dirty="0"/>
              <a:t>Update request processors </a:t>
            </a:r>
            <a:r>
              <a:rPr lang="en-SG" sz="1300" dirty="0"/>
              <a:t>are also called </a:t>
            </a:r>
            <a:r>
              <a:rPr lang="en-SG" sz="1300" i="1" dirty="0" err="1"/>
              <a:t>preprocessors</a:t>
            </a:r>
            <a:r>
              <a:rPr lang="en-SG" sz="1300" dirty="0"/>
              <a:t> or </a:t>
            </a:r>
            <a:r>
              <a:rPr lang="en-SG" sz="1300" i="1" dirty="0"/>
              <a:t>document processors</a:t>
            </a:r>
            <a:r>
              <a:rPr lang="en-SG" sz="1300" dirty="0"/>
              <a:t>.</a:t>
            </a:r>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Quotes">
            <a:extLst>
              <a:ext uri="{FF2B5EF4-FFF2-40B4-BE49-F238E27FC236}">
                <a16:creationId xmlns:a16="http://schemas.microsoft.com/office/drawing/2014/main" id="{0CEA7EF8-F863-4145-8D68-6FC7B9EE231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36428" y="627564"/>
            <a:ext cx="7474172" cy="1325563"/>
          </a:xfrm>
        </p:spPr>
        <p:txBody>
          <a:bodyPr>
            <a:normAutofit fontScale="90000"/>
          </a:bodyPr>
          <a:lstStyle/>
          <a:p>
            <a:pPr>
              <a:lnSpc>
                <a:spcPct val="90000"/>
              </a:lnSpc>
            </a:pPr>
            <a:r>
              <a:rPr lang="en-SG" dirty="0"/>
              <a:t>Information Retrieval Component &amp; Process: </a:t>
            </a:r>
            <a:r>
              <a:rPr lang="en-SG" b="1" dirty="0"/>
              <a:t>Text Processing</a:t>
            </a:r>
            <a:br>
              <a:rPr lang="en-SG" sz="2800" b="1" dirty="0"/>
            </a:br>
            <a:endParaRPr lang="en-SG" sz="2800" dirty="0"/>
          </a:p>
        </p:txBody>
      </p:sp>
      <p:sp>
        <p:nvSpPr>
          <p:cNvPr id="3" name="Content Placeholder 2"/>
          <p:cNvSpPr>
            <a:spLocks noGrp="1"/>
          </p:cNvSpPr>
          <p:nvPr>
            <p:ph idx="1"/>
          </p:nvPr>
        </p:nvSpPr>
        <p:spPr>
          <a:xfrm>
            <a:off x="1136429" y="2278173"/>
            <a:ext cx="7474171" cy="3450613"/>
          </a:xfrm>
        </p:spPr>
        <p:txBody>
          <a:bodyPr anchor="ctr">
            <a:normAutofit/>
          </a:bodyPr>
          <a:lstStyle/>
          <a:p>
            <a:r>
              <a:rPr lang="en-SG" sz="2400" b="1" dirty="0"/>
              <a:t>Cleansing and Normalization</a:t>
            </a:r>
          </a:p>
          <a:p>
            <a:pPr lvl="1"/>
            <a:r>
              <a:rPr lang="en-SG" sz="2000" dirty="0"/>
              <a:t>Not all data is important, and some important data needs normalization and transformation before being indexed. </a:t>
            </a:r>
          </a:p>
          <a:p>
            <a:pPr lvl="1"/>
            <a:r>
              <a:rPr lang="en-SG" sz="2000" dirty="0"/>
              <a:t>Common </a:t>
            </a:r>
            <a:r>
              <a:rPr lang="en-SG" sz="2000" i="1" dirty="0"/>
              <a:t>cleansing and normalization</a:t>
            </a:r>
            <a:r>
              <a:rPr lang="en-SG" sz="2000" dirty="0"/>
              <a:t> tasks include removal of punctuation marks, removal of stop words (</a:t>
            </a:r>
            <a:r>
              <a:rPr lang="en-SG" sz="2000" i="1" dirty="0"/>
              <a:t>a</a:t>
            </a:r>
            <a:r>
              <a:rPr lang="en-SG" sz="2000" dirty="0"/>
              <a:t>, </a:t>
            </a:r>
            <a:r>
              <a:rPr lang="en-SG" sz="2000" i="1" dirty="0"/>
              <a:t>the</a:t>
            </a:r>
            <a:r>
              <a:rPr lang="en-SG" sz="2000" dirty="0"/>
              <a:t>), lowercasing, conversion to the nearest ASCII character, and stemming. </a:t>
            </a:r>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Quotes">
            <a:extLst>
              <a:ext uri="{FF2B5EF4-FFF2-40B4-BE49-F238E27FC236}">
                <a16:creationId xmlns:a16="http://schemas.microsoft.com/office/drawing/2014/main" id="{0CEA7EF8-F863-4145-8D68-6FC7B9EE231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33202535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36428" y="627564"/>
            <a:ext cx="7474172" cy="1325563"/>
          </a:xfrm>
        </p:spPr>
        <p:txBody>
          <a:bodyPr>
            <a:normAutofit fontScale="90000"/>
          </a:bodyPr>
          <a:lstStyle/>
          <a:p>
            <a:pPr>
              <a:lnSpc>
                <a:spcPct val="90000"/>
              </a:lnSpc>
            </a:pPr>
            <a:r>
              <a:rPr lang="en-SG" dirty="0"/>
              <a:t>Information Retrieval Component &amp; Process: </a:t>
            </a:r>
            <a:r>
              <a:rPr lang="en-SG" b="1" dirty="0"/>
              <a:t>Text Processing</a:t>
            </a:r>
            <a:br>
              <a:rPr lang="en-SG" sz="2800" b="1" dirty="0"/>
            </a:br>
            <a:endParaRPr lang="en-SG" sz="2800" dirty="0"/>
          </a:p>
        </p:txBody>
      </p:sp>
      <p:sp>
        <p:nvSpPr>
          <p:cNvPr id="3" name="Content Placeholder 2"/>
          <p:cNvSpPr>
            <a:spLocks noGrp="1"/>
          </p:cNvSpPr>
          <p:nvPr>
            <p:ph idx="1"/>
          </p:nvPr>
        </p:nvSpPr>
        <p:spPr>
          <a:xfrm>
            <a:off x="1136429" y="2278173"/>
            <a:ext cx="7474171" cy="3450613"/>
          </a:xfrm>
        </p:spPr>
        <p:txBody>
          <a:bodyPr anchor="ctr">
            <a:normAutofit fontScale="92500" lnSpcReduction="10000"/>
          </a:bodyPr>
          <a:lstStyle/>
          <a:p>
            <a:pPr>
              <a:lnSpc>
                <a:spcPct val="90000"/>
              </a:lnSpc>
            </a:pPr>
            <a:r>
              <a:rPr lang="en-SG" sz="2400" b="1" i="1" dirty="0"/>
              <a:t>Text enrichment</a:t>
            </a:r>
            <a:r>
              <a:rPr lang="en-SG" sz="2400" dirty="0"/>
              <a:t> </a:t>
            </a:r>
            <a:endParaRPr lang="en-SG" sz="2400" b="1" i="1" dirty="0"/>
          </a:p>
          <a:p>
            <a:pPr lvl="1">
              <a:lnSpc>
                <a:spcPct val="90000"/>
              </a:lnSpc>
            </a:pPr>
            <a:r>
              <a:rPr lang="en-SG" sz="2000" b="1" i="1" dirty="0"/>
              <a:t>Text enrichment</a:t>
            </a:r>
            <a:r>
              <a:rPr lang="en-SG" sz="2000" dirty="0"/>
              <a:t> is the phase of </a:t>
            </a:r>
            <a:r>
              <a:rPr lang="en-SG" sz="2000" b="1" dirty="0"/>
              <a:t>analysing and mining of content to find patterns for enrichment, annotation, entity extraction, and applying a variety of intelligence </a:t>
            </a:r>
            <a:r>
              <a:rPr lang="en-SG" sz="2000" dirty="0"/>
              <a:t>to make the content more usable, understandable, and relevant</a:t>
            </a:r>
          </a:p>
          <a:p>
            <a:pPr lvl="1">
              <a:lnSpc>
                <a:spcPct val="90000"/>
              </a:lnSpc>
            </a:pPr>
            <a:r>
              <a:rPr lang="en-SG" sz="2000" i="1" dirty="0"/>
              <a:t>Entity extraction:</a:t>
            </a:r>
            <a:r>
              <a:rPr lang="en-SG" sz="2000" dirty="0"/>
              <a:t> If the content being indexed is unstructured, or any of the fields is full-text, you may want to extract entities such as person, organization, and location and annotate the content. </a:t>
            </a:r>
          </a:p>
          <a:p>
            <a:pPr lvl="1">
              <a:lnSpc>
                <a:spcPct val="90000"/>
              </a:lnSpc>
            </a:pPr>
            <a:r>
              <a:rPr lang="en-SG" sz="2000" i="1" dirty="0"/>
              <a:t>Part-of-speech tagging:</a:t>
            </a:r>
            <a:r>
              <a:rPr lang="en-SG" sz="2000" dirty="0"/>
              <a:t> Words in any language can be classified as a predefined part of speech </a:t>
            </a:r>
          </a:p>
          <a:p>
            <a:pPr lvl="1">
              <a:lnSpc>
                <a:spcPct val="90000"/>
              </a:lnSpc>
            </a:pPr>
            <a:r>
              <a:rPr lang="en-SG" sz="2000" i="1" dirty="0"/>
              <a:t>Thesauri Ontologies:</a:t>
            </a:r>
            <a:r>
              <a:rPr lang="en-SG" sz="2000" dirty="0"/>
              <a:t> An ontology is a formal representation of concepts and its relationships  </a:t>
            </a:r>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Quotes">
            <a:extLst>
              <a:ext uri="{FF2B5EF4-FFF2-40B4-BE49-F238E27FC236}">
                <a16:creationId xmlns:a16="http://schemas.microsoft.com/office/drawing/2014/main" id="{0CEA7EF8-F863-4145-8D68-6FC7B9EE231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21128230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pPr>
              <a:lnSpc>
                <a:spcPct val="90000"/>
              </a:lnSpc>
            </a:pPr>
            <a:r>
              <a:rPr lang="en-SG" sz="2800" dirty="0">
                <a:solidFill>
                  <a:srgbClr val="FFFFFF"/>
                </a:solidFill>
              </a:rPr>
              <a:t>Information Retrieval Component &amp; Process: </a:t>
            </a:r>
            <a:r>
              <a:rPr lang="en-SG" sz="2800" b="1" dirty="0">
                <a:solidFill>
                  <a:srgbClr val="FFFFFF"/>
                </a:solidFill>
              </a:rPr>
              <a:t>Solr Indexing Process</a:t>
            </a:r>
            <a:br>
              <a:rPr lang="en-SG" sz="2800" b="1" dirty="0">
                <a:solidFill>
                  <a:srgbClr val="FFFFFF"/>
                </a:solidFill>
              </a:rPr>
            </a:br>
            <a:endParaRPr lang="en-SG" sz="2800" dirty="0">
              <a:solidFill>
                <a:srgbClr val="FFFFFF"/>
              </a:solidFill>
            </a:endParaRPr>
          </a:p>
        </p:txBody>
      </p:sp>
      <p:pic>
        <p:nvPicPr>
          <p:cNvPr id="9" name="Picture 2" descr="https://images.books24x7.com/bookimages/id_106725/ch005_p102_fig001_0.jpg">
            <a:extLst>
              <a:ext uri="{FF2B5EF4-FFF2-40B4-BE49-F238E27FC236}">
                <a16:creationId xmlns:a16="http://schemas.microsoft.com/office/drawing/2014/main" id="{FC26080D-3CE8-4E78-9594-41E87B09EE71}"/>
              </a:ext>
            </a:extLst>
          </p:cNvPr>
          <p:cNvPicPr>
            <a:picLocks noGrp="1" noChangeAspect="1" noChangeArrowheads="1"/>
          </p:cNvPicPr>
          <p:nvPr>
            <p:ph idx="1"/>
          </p:nvPr>
        </p:nvPicPr>
        <p:blipFill>
          <a:blip r:embed="rId2" cstate="print"/>
          <a:srcRect/>
          <a:stretch>
            <a:fillRect/>
          </a:stretch>
        </p:blipFill>
        <p:spPr bwMode="auto">
          <a:xfrm>
            <a:off x="2423949" y="1700213"/>
            <a:ext cx="7618739" cy="4752975"/>
          </a:xfrm>
          <a:prstGeom prst="rect">
            <a:avLst/>
          </a:prstGeom>
          <a:noFill/>
        </p:spPr>
      </p:pic>
    </p:spTree>
    <p:extLst>
      <p:ext uri="{BB962C8B-B14F-4D97-AF65-F5344CB8AC3E}">
        <p14:creationId xmlns:p14="http://schemas.microsoft.com/office/powerpoint/2010/main" val="26202539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pPr>
              <a:lnSpc>
                <a:spcPct val="90000"/>
              </a:lnSpc>
            </a:pPr>
            <a:r>
              <a:rPr lang="en-SG" sz="3400" dirty="0">
                <a:solidFill>
                  <a:srgbClr val="FFFFFF"/>
                </a:solidFill>
              </a:rPr>
              <a:t>Information Retrieval Component &amp; Process: </a:t>
            </a:r>
            <a:br>
              <a:rPr lang="en-SG" sz="3400" dirty="0">
                <a:solidFill>
                  <a:srgbClr val="FFFFFF"/>
                </a:solidFill>
              </a:rPr>
            </a:br>
            <a:r>
              <a:rPr lang="en-SG" sz="3400" b="1" dirty="0">
                <a:solidFill>
                  <a:srgbClr val="FFFFFF"/>
                </a:solidFill>
              </a:rPr>
              <a:t>Inverted Index</a:t>
            </a:r>
            <a:endParaRPr lang="en-SG" sz="3400" dirty="0">
              <a:solidFill>
                <a:srgbClr val="FFFFFF"/>
              </a:solidFill>
            </a:endParaRPr>
          </a:p>
        </p:txBody>
      </p:sp>
      <p:sp>
        <p:nvSpPr>
          <p:cNvPr id="3" name="Content Placeholder 2"/>
          <p:cNvSpPr>
            <a:spLocks noGrp="1"/>
          </p:cNvSpPr>
          <p:nvPr>
            <p:ph idx="1"/>
          </p:nvPr>
        </p:nvSpPr>
        <p:spPr>
          <a:xfrm>
            <a:off x="1371599" y="2318197"/>
            <a:ext cx="9724031" cy="3683358"/>
          </a:xfrm>
        </p:spPr>
        <p:txBody>
          <a:bodyPr anchor="ctr">
            <a:normAutofit/>
          </a:bodyPr>
          <a:lstStyle/>
          <a:p>
            <a:pPr>
              <a:lnSpc>
                <a:spcPct val="90000"/>
              </a:lnSpc>
            </a:pPr>
            <a:r>
              <a:rPr lang="en-SG" sz="2000" dirty="0"/>
              <a:t>The data extracted from your data source should be </a:t>
            </a:r>
            <a:r>
              <a:rPr lang="en-SG" sz="2000" b="1" dirty="0"/>
              <a:t>indexed for fast and accurate retrieval</a:t>
            </a:r>
            <a:r>
              <a:rPr lang="en-SG" sz="2000" dirty="0"/>
              <a:t>. </a:t>
            </a:r>
          </a:p>
          <a:p>
            <a:pPr>
              <a:lnSpc>
                <a:spcPct val="90000"/>
              </a:lnSpc>
            </a:pPr>
            <a:r>
              <a:rPr lang="en-SG" sz="2000" dirty="0"/>
              <a:t>Solr internally uses Lucene, and when you add documents, it creates an inverted index to make the information searchable.</a:t>
            </a:r>
          </a:p>
          <a:p>
            <a:pPr>
              <a:lnSpc>
                <a:spcPct val="90000"/>
              </a:lnSpc>
            </a:pPr>
            <a:r>
              <a:rPr lang="en-SG" sz="2000" dirty="0"/>
              <a:t>An </a:t>
            </a:r>
            <a:r>
              <a:rPr lang="en-SG" sz="2000" i="1" dirty="0"/>
              <a:t>inverted index</a:t>
            </a:r>
            <a:r>
              <a:rPr lang="en-SG" sz="2000" dirty="0"/>
              <a:t> is the primary data structure in a typical search engine, which maintains a dictionary of all the unique terms and mapping to all the documents in which they appear. </a:t>
            </a:r>
          </a:p>
          <a:p>
            <a:pPr>
              <a:lnSpc>
                <a:spcPct val="90000"/>
              </a:lnSpc>
            </a:pPr>
            <a:r>
              <a:rPr lang="en-SG" sz="2000" dirty="0"/>
              <a:t>Each term is a key, and its value is a postings list, which is the list of documents the term appears in.</a:t>
            </a:r>
          </a:p>
          <a:p>
            <a:pPr>
              <a:lnSpc>
                <a:spcPct val="90000"/>
              </a:lnSpc>
            </a:pPr>
            <a:r>
              <a:rPr lang="en-SG" sz="2000" dirty="0"/>
              <a:t>An inverted index is similar to the index at the end of a book, which contains a list of words and corresponding pages in which the words occur.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pPr>
              <a:lnSpc>
                <a:spcPct val="90000"/>
              </a:lnSpc>
            </a:pPr>
            <a:r>
              <a:rPr lang="en-SG" sz="2800" dirty="0">
                <a:solidFill>
                  <a:srgbClr val="FFFFFF"/>
                </a:solidFill>
              </a:rPr>
              <a:t>Information Retrieval Component &amp; Process: </a:t>
            </a:r>
            <a:br>
              <a:rPr lang="en-SG" sz="2800" dirty="0">
                <a:solidFill>
                  <a:srgbClr val="FFFFFF"/>
                </a:solidFill>
              </a:rPr>
            </a:br>
            <a:r>
              <a:rPr lang="en-SG" sz="2800" b="1" dirty="0">
                <a:solidFill>
                  <a:srgbClr val="FFFFFF"/>
                </a:solidFill>
              </a:rPr>
              <a:t>Retrieval Models</a:t>
            </a:r>
            <a:endParaRPr lang="en-SG" sz="2800" dirty="0">
              <a:solidFill>
                <a:srgbClr val="FFFFFF"/>
              </a:solidFill>
            </a:endParaRPr>
          </a:p>
        </p:txBody>
      </p:sp>
      <p:sp>
        <p:nvSpPr>
          <p:cNvPr id="3" name="Content Placeholder 2"/>
          <p:cNvSpPr>
            <a:spLocks noGrp="1"/>
          </p:cNvSpPr>
          <p:nvPr>
            <p:ph idx="1"/>
          </p:nvPr>
        </p:nvSpPr>
        <p:spPr>
          <a:xfrm>
            <a:off x="1371599" y="1700808"/>
            <a:ext cx="9724031" cy="4752528"/>
          </a:xfrm>
        </p:spPr>
        <p:txBody>
          <a:bodyPr anchor="ctr">
            <a:normAutofit lnSpcReduction="10000"/>
          </a:bodyPr>
          <a:lstStyle/>
          <a:p>
            <a:r>
              <a:rPr lang="en-SG" b="1" dirty="0"/>
              <a:t>Retrieval Models</a:t>
            </a:r>
          </a:p>
          <a:p>
            <a:pPr lvl="1"/>
            <a:r>
              <a:rPr lang="en-SG" dirty="0"/>
              <a:t>To search relevant documents, you need a retrieval model. </a:t>
            </a:r>
          </a:p>
          <a:p>
            <a:pPr lvl="1"/>
            <a:r>
              <a:rPr lang="en-SG" dirty="0"/>
              <a:t>A </a:t>
            </a:r>
            <a:r>
              <a:rPr lang="en-SG" i="1" dirty="0"/>
              <a:t>retrieval model</a:t>
            </a:r>
            <a:r>
              <a:rPr lang="en-SG" dirty="0"/>
              <a:t> is a framework for defining the retrieval process by using mathematical concepts. </a:t>
            </a:r>
          </a:p>
          <a:p>
            <a:pPr lvl="2"/>
            <a:r>
              <a:rPr lang="en-SG" dirty="0"/>
              <a:t>Boolean Model</a:t>
            </a:r>
          </a:p>
          <a:p>
            <a:pPr lvl="2"/>
            <a:r>
              <a:rPr lang="en-SG" dirty="0"/>
              <a:t>Vector Space Model</a:t>
            </a:r>
          </a:p>
          <a:p>
            <a:pPr lvl="2"/>
            <a:r>
              <a:rPr lang="en-SG" dirty="0"/>
              <a:t>Probabilistic Model</a:t>
            </a:r>
          </a:p>
          <a:p>
            <a:pPr lvl="2"/>
            <a:r>
              <a:rPr lang="en-SG" dirty="0"/>
              <a:t>Language Model</a:t>
            </a:r>
          </a:p>
          <a:p>
            <a:pPr lvl="1"/>
            <a:r>
              <a:rPr lang="en-SG" dirty="0"/>
              <a:t>It provides a blueprint for determining documents relevant to a user need, along with reasoning of why a document ranks above another.</a:t>
            </a:r>
          </a:p>
        </p:txBody>
      </p:sp>
    </p:spTree>
    <p:extLst>
      <p:ext uri="{BB962C8B-B14F-4D97-AF65-F5344CB8AC3E}">
        <p14:creationId xmlns:p14="http://schemas.microsoft.com/office/powerpoint/2010/main" val="2802064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0CCC4BA0-1298-4DBD-86F1-B51D8C9D34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36398" y="502021"/>
            <a:ext cx="5427525" cy="1667997"/>
          </a:xfrm>
        </p:spPr>
        <p:txBody>
          <a:bodyPr anchor="b">
            <a:normAutofit/>
          </a:bodyPr>
          <a:lstStyle/>
          <a:p>
            <a:r>
              <a:rPr lang="en-SG" sz="4000"/>
              <a:t>ElasticSearch</a:t>
            </a:r>
          </a:p>
        </p:txBody>
      </p:sp>
      <p:sp>
        <p:nvSpPr>
          <p:cNvPr id="3" name="Content Placeholder 2"/>
          <p:cNvSpPr>
            <a:spLocks noGrp="1"/>
          </p:cNvSpPr>
          <p:nvPr>
            <p:ph idx="1"/>
          </p:nvPr>
        </p:nvSpPr>
        <p:spPr>
          <a:xfrm>
            <a:off x="1136398" y="2405467"/>
            <a:ext cx="5427526" cy="3535083"/>
          </a:xfrm>
        </p:spPr>
        <p:txBody>
          <a:bodyPr anchor="t">
            <a:normAutofit/>
          </a:bodyPr>
          <a:lstStyle/>
          <a:p>
            <a:pPr>
              <a:lnSpc>
                <a:spcPct val="90000"/>
              </a:lnSpc>
            </a:pPr>
            <a:r>
              <a:rPr lang="en-SG" sz="2000" dirty="0"/>
              <a:t>Elasticsearch is a popular and widely used open source search engine since its release 2010. </a:t>
            </a:r>
          </a:p>
          <a:p>
            <a:pPr>
              <a:lnSpc>
                <a:spcPct val="90000"/>
              </a:lnSpc>
            </a:pPr>
            <a:r>
              <a:rPr lang="en-SG" sz="2000" dirty="0"/>
              <a:t>Both Solr and Elasticsearch are built on top of Lucene</a:t>
            </a:r>
          </a:p>
          <a:p>
            <a:pPr>
              <a:lnSpc>
                <a:spcPct val="90000"/>
              </a:lnSpc>
            </a:pPr>
            <a:r>
              <a:rPr lang="en-SG" sz="2000" dirty="0"/>
              <a:t>Solr aces Elasticsearch in terms of Lucene -development of Solr and Lucene are merged, Solr always has the same version as Lucene.</a:t>
            </a:r>
          </a:p>
          <a:p>
            <a:pPr>
              <a:lnSpc>
                <a:spcPct val="90000"/>
              </a:lnSpc>
            </a:pPr>
            <a:r>
              <a:rPr lang="en-SG" sz="2000" dirty="0"/>
              <a:t>Solr is more focused on text search and supporting features. </a:t>
            </a:r>
          </a:p>
          <a:p>
            <a:pPr>
              <a:lnSpc>
                <a:spcPct val="90000"/>
              </a:lnSpc>
            </a:pPr>
            <a:r>
              <a:rPr lang="en-SG" sz="2000" dirty="0"/>
              <a:t>But when it comes to analytics and monitoring, Elasticsearch excels.</a:t>
            </a:r>
          </a:p>
        </p:txBody>
      </p:sp>
      <p:pic>
        <p:nvPicPr>
          <p:cNvPr id="3074" name="Picture 2" descr="Dive into ElasticSearch. This article will help you to get 95%… | by Ihor  Kopanev | Towards Data Science">
            <a:extLst>
              <a:ext uri="{FF2B5EF4-FFF2-40B4-BE49-F238E27FC236}">
                <a16:creationId xmlns:a16="http://schemas.microsoft.com/office/drawing/2014/main" id="{7971D341-11C6-4C8A-AA23-539331B4134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781" r="2117" b="-8691"/>
          <a:stretch/>
        </p:blipFill>
        <p:spPr bwMode="auto">
          <a:xfrm>
            <a:off x="6921442" y="1601614"/>
            <a:ext cx="4913037" cy="3087614"/>
          </a:xfrm>
          <a:custGeom>
            <a:avLst/>
            <a:gdLst/>
            <a:ahLst/>
            <a:cxnLst/>
            <a:rect l="l" t="t" r="r" b="b"/>
            <a:pathLst>
              <a:path w="4694238" h="4694238">
                <a:moveTo>
                  <a:pt x="2347119" y="0"/>
                </a:moveTo>
                <a:cubicBezTo>
                  <a:pt x="3643397" y="0"/>
                  <a:pt x="4694238" y="1050841"/>
                  <a:pt x="4694238" y="2347119"/>
                </a:cubicBezTo>
                <a:cubicBezTo>
                  <a:pt x="4694238" y="3643397"/>
                  <a:pt x="3643397" y="4694238"/>
                  <a:pt x="2347119" y="4694238"/>
                </a:cubicBezTo>
                <a:cubicBezTo>
                  <a:pt x="1050841" y="4694238"/>
                  <a:pt x="0" y="3643397"/>
                  <a:pt x="0" y="2347119"/>
                </a:cubicBezTo>
                <a:cubicBezTo>
                  <a:pt x="0" y="1050841"/>
                  <a:pt x="1050841" y="0"/>
                  <a:pt x="2347119" y="0"/>
                </a:cubicBezTo>
                <a:close/>
              </a:path>
            </a:pathLst>
          </a:cu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55D01-4BFB-D499-F456-98BD1701AE6A}"/>
              </a:ext>
            </a:extLst>
          </p:cNvPr>
          <p:cNvSpPr>
            <a:spLocks noGrp="1"/>
          </p:cNvSpPr>
          <p:nvPr>
            <p:ph type="title"/>
          </p:nvPr>
        </p:nvSpPr>
        <p:spPr/>
        <p:txBody>
          <a:bodyPr/>
          <a:lstStyle/>
          <a:p>
            <a:r>
              <a:rPr lang="en-MY" dirty="0"/>
              <a:t>What is Elasticsearch?</a:t>
            </a:r>
          </a:p>
        </p:txBody>
      </p:sp>
      <p:pic>
        <p:nvPicPr>
          <p:cNvPr id="4" name="Online Media 3" title="What is Elasticsearch?">
            <a:hlinkClick r:id="" action="ppaction://media"/>
            <a:extLst>
              <a:ext uri="{FF2B5EF4-FFF2-40B4-BE49-F238E27FC236}">
                <a16:creationId xmlns:a16="http://schemas.microsoft.com/office/drawing/2014/main" id="{E6D9D610-36C3-DC7E-33BF-517D6C0C988B}"/>
              </a:ext>
            </a:extLst>
          </p:cNvPr>
          <p:cNvPicPr>
            <a:picLocks noGrp="1" noRot="1" noChangeAspect="1"/>
          </p:cNvPicPr>
          <p:nvPr>
            <p:ph idx="1"/>
            <a:videoFile r:link="rId1"/>
          </p:nvPr>
        </p:nvPicPr>
        <p:blipFill>
          <a:blip r:embed="rId3"/>
          <a:stretch>
            <a:fillRect/>
          </a:stretch>
        </p:blipFill>
        <p:spPr>
          <a:xfrm>
            <a:off x="2090738" y="1600200"/>
            <a:ext cx="8010525" cy="4525963"/>
          </a:xfrm>
          <a:prstGeom prst="rect">
            <a:avLst/>
          </a:prstGeom>
        </p:spPr>
      </p:pic>
    </p:spTree>
    <p:extLst>
      <p:ext uri="{BB962C8B-B14F-4D97-AF65-F5344CB8AC3E}">
        <p14:creationId xmlns:p14="http://schemas.microsoft.com/office/powerpoint/2010/main" val="2649351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63029" y="1012004"/>
            <a:ext cx="3416158" cy="4795408"/>
          </a:xfrm>
        </p:spPr>
        <p:txBody>
          <a:bodyPr>
            <a:normAutofit/>
          </a:bodyPr>
          <a:lstStyle/>
          <a:p>
            <a:r>
              <a:rPr lang="en-SG">
                <a:solidFill>
                  <a:srgbClr val="FFFFFF"/>
                </a:solidFill>
              </a:rPr>
              <a:t>Related Technologies</a:t>
            </a:r>
          </a:p>
        </p:txBody>
      </p:sp>
      <p:grpSp>
        <p:nvGrpSpPr>
          <p:cNvPr id="3" name="Group 2">
            <a:extLst>
              <a:ext uri="{FF2B5EF4-FFF2-40B4-BE49-F238E27FC236}">
                <a16:creationId xmlns:a16="http://schemas.microsoft.com/office/drawing/2014/main" id="{E13A9E4C-2A7F-4521-B94B-195A97C53CD7}"/>
              </a:ext>
            </a:extLst>
          </p:cNvPr>
          <p:cNvGrpSpPr/>
          <p:nvPr/>
        </p:nvGrpSpPr>
        <p:grpSpPr>
          <a:xfrm>
            <a:off x="5018352" y="484121"/>
            <a:ext cx="6576177" cy="5872228"/>
            <a:chOff x="5018352" y="484121"/>
            <a:chExt cx="6576177" cy="5872228"/>
          </a:xfrm>
        </p:grpSpPr>
        <p:sp>
          <p:nvSpPr>
            <p:cNvPr id="4" name="Rectangle: Rounded Corners 3">
              <a:extLst>
                <a:ext uri="{FF2B5EF4-FFF2-40B4-BE49-F238E27FC236}">
                  <a16:creationId xmlns:a16="http://schemas.microsoft.com/office/drawing/2014/main" id="{237CD15A-6001-436A-99FB-17EE83603B86}"/>
                </a:ext>
              </a:extLst>
            </p:cNvPr>
            <p:cNvSpPr/>
            <p:nvPr/>
          </p:nvSpPr>
          <p:spPr>
            <a:xfrm>
              <a:off x="5018352" y="484121"/>
              <a:ext cx="6513603" cy="976505"/>
            </a:xfrm>
            <a:prstGeom prst="roundRect">
              <a:avLst>
                <a:gd name="adj" fmla="val 10000"/>
              </a:avLst>
            </a:prstGeom>
          </p:spPr>
          <p:style>
            <a:lnRef idx="0">
              <a:schemeClr val="accent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sp>
        <p:sp>
          <p:nvSpPr>
            <p:cNvPr id="6" name="Rectangle 5" descr="Database">
              <a:extLst>
                <a:ext uri="{FF2B5EF4-FFF2-40B4-BE49-F238E27FC236}">
                  <a16:creationId xmlns:a16="http://schemas.microsoft.com/office/drawing/2014/main" id="{088C91EB-C740-4531-88A1-A5AA1BC52231}"/>
                </a:ext>
              </a:extLst>
            </p:cNvPr>
            <p:cNvSpPr/>
            <p:nvPr/>
          </p:nvSpPr>
          <p:spPr>
            <a:xfrm>
              <a:off x="5274671" y="784528"/>
              <a:ext cx="501388" cy="375690"/>
            </a:xfrm>
            <a:prstGeom prst="rect">
              <a:avLst/>
            </a:prstGeom>
            <a:blipFill rotWithShape="1">
              <a:blip r:embed="rId2"/>
              <a:srcRect/>
              <a:stretch>
                <a:fillRect l="-42000" r="-42000"/>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7" name="Freeform: Shape 6">
              <a:extLst>
                <a:ext uri="{FF2B5EF4-FFF2-40B4-BE49-F238E27FC236}">
                  <a16:creationId xmlns:a16="http://schemas.microsoft.com/office/drawing/2014/main" id="{FE45DCCF-F6EA-49FC-90DE-8B0A4EFFCE63}"/>
                </a:ext>
              </a:extLst>
            </p:cNvPr>
            <p:cNvSpPr/>
            <p:nvPr/>
          </p:nvSpPr>
          <p:spPr>
            <a:xfrm>
              <a:off x="6032381" y="484121"/>
              <a:ext cx="2931121" cy="976505"/>
            </a:xfrm>
            <a:custGeom>
              <a:avLst/>
              <a:gdLst>
                <a:gd name="connsiteX0" fmla="*/ 0 w 2931121"/>
                <a:gd name="connsiteY0" fmla="*/ 0 h 976505"/>
                <a:gd name="connsiteX1" fmla="*/ 2931121 w 2931121"/>
                <a:gd name="connsiteY1" fmla="*/ 0 h 976505"/>
                <a:gd name="connsiteX2" fmla="*/ 2931121 w 2931121"/>
                <a:gd name="connsiteY2" fmla="*/ 976505 h 976505"/>
                <a:gd name="connsiteX3" fmla="*/ 0 w 2931121"/>
                <a:gd name="connsiteY3" fmla="*/ 976505 h 976505"/>
                <a:gd name="connsiteX4" fmla="*/ 0 w 2931121"/>
                <a:gd name="connsiteY4" fmla="*/ 0 h 976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1121" h="976505">
                  <a:moveTo>
                    <a:pt x="0" y="0"/>
                  </a:moveTo>
                  <a:lnTo>
                    <a:pt x="2931121" y="0"/>
                  </a:lnTo>
                  <a:lnTo>
                    <a:pt x="2931121" y="976505"/>
                  </a:lnTo>
                  <a:lnTo>
                    <a:pt x="0" y="97650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3347" tIns="103347" rIns="103347" bIns="103347" numCol="1" spcCol="1270" anchor="ctr" anchorCtr="0">
              <a:noAutofit/>
            </a:bodyPr>
            <a:lstStyle/>
            <a:p>
              <a:pPr marL="0" lvl="0" indent="0" algn="l" defTabSz="844550">
                <a:lnSpc>
                  <a:spcPct val="90000"/>
                </a:lnSpc>
                <a:spcBef>
                  <a:spcPct val="0"/>
                </a:spcBef>
                <a:spcAft>
                  <a:spcPct val="35000"/>
                </a:spcAft>
                <a:buNone/>
              </a:pPr>
              <a:r>
                <a:rPr lang="en-SG" sz="1900" i="1" kern="1200" dirty="0"/>
                <a:t>Apache </a:t>
              </a:r>
              <a:r>
                <a:rPr lang="en-SG" sz="1900" i="1" kern="1200" dirty="0" err="1"/>
                <a:t>ZooKeeper</a:t>
              </a:r>
              <a:r>
                <a:rPr lang="en-SG" sz="1900" i="1" kern="1200" dirty="0"/>
                <a:t>:</a:t>
              </a:r>
              <a:r>
                <a:rPr lang="en-SG" sz="1900" kern="1200" dirty="0"/>
                <a:t> </a:t>
              </a:r>
              <a:endParaRPr lang="en-US" sz="1900" kern="1200" dirty="0"/>
            </a:p>
          </p:txBody>
        </p:sp>
        <p:sp>
          <p:nvSpPr>
            <p:cNvPr id="8" name="Freeform: Shape 7">
              <a:extLst>
                <a:ext uri="{FF2B5EF4-FFF2-40B4-BE49-F238E27FC236}">
                  <a16:creationId xmlns:a16="http://schemas.microsoft.com/office/drawing/2014/main" id="{D53A5F88-7FCA-4033-A9A1-D3874D6BCD22}"/>
                </a:ext>
              </a:extLst>
            </p:cNvPr>
            <p:cNvSpPr/>
            <p:nvPr/>
          </p:nvSpPr>
          <p:spPr>
            <a:xfrm>
              <a:off x="8273541" y="523747"/>
              <a:ext cx="3294718" cy="976505"/>
            </a:xfrm>
            <a:custGeom>
              <a:avLst/>
              <a:gdLst>
                <a:gd name="connsiteX0" fmla="*/ 0 w 3294718"/>
                <a:gd name="connsiteY0" fmla="*/ 0 h 976505"/>
                <a:gd name="connsiteX1" fmla="*/ 3294718 w 3294718"/>
                <a:gd name="connsiteY1" fmla="*/ 0 h 976505"/>
                <a:gd name="connsiteX2" fmla="*/ 3294718 w 3294718"/>
                <a:gd name="connsiteY2" fmla="*/ 976505 h 976505"/>
                <a:gd name="connsiteX3" fmla="*/ 0 w 3294718"/>
                <a:gd name="connsiteY3" fmla="*/ 976505 h 976505"/>
                <a:gd name="connsiteX4" fmla="*/ 0 w 3294718"/>
                <a:gd name="connsiteY4" fmla="*/ 0 h 976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94718" h="976505">
                  <a:moveTo>
                    <a:pt x="0" y="0"/>
                  </a:moveTo>
                  <a:lnTo>
                    <a:pt x="3294718" y="0"/>
                  </a:lnTo>
                  <a:lnTo>
                    <a:pt x="3294718" y="976505"/>
                  </a:lnTo>
                  <a:lnTo>
                    <a:pt x="0" y="97650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3347" tIns="103347" rIns="103347" bIns="103347" numCol="1" spcCol="1270" anchor="ctr" anchorCtr="0">
              <a:noAutofit/>
            </a:bodyPr>
            <a:lstStyle/>
            <a:p>
              <a:pPr marL="0" lvl="0" indent="0" algn="l" defTabSz="488950">
                <a:lnSpc>
                  <a:spcPct val="90000"/>
                </a:lnSpc>
                <a:spcBef>
                  <a:spcPct val="0"/>
                </a:spcBef>
                <a:spcAft>
                  <a:spcPct val="35000"/>
                </a:spcAft>
                <a:buNone/>
              </a:pPr>
              <a:r>
                <a:rPr lang="en-SG" sz="1100" kern="1200" dirty="0"/>
                <a:t>This controls the heartbeat of </a:t>
              </a:r>
              <a:r>
                <a:rPr lang="en-SG" sz="1100" kern="1200" dirty="0" err="1"/>
                <a:t>SolrCloud</a:t>
              </a:r>
              <a:r>
                <a:rPr lang="en-SG" sz="1100" kern="1200" dirty="0"/>
                <a:t>. It is a </a:t>
              </a:r>
              <a:r>
                <a:rPr lang="en-SG" sz="1100" b="1" kern="1200" dirty="0"/>
                <a:t>central service for maintaining cluster configurations, store statuses, and synchronization information </a:t>
              </a:r>
              <a:r>
                <a:rPr lang="en-SG" sz="1100" kern="1200" dirty="0"/>
                <a:t>in a fault-tolerant and highly available manner. For </a:t>
              </a:r>
              <a:r>
                <a:rPr lang="en-SG" sz="1100" kern="1200" dirty="0" err="1"/>
                <a:t>SolrCloud</a:t>
              </a:r>
              <a:r>
                <a:rPr lang="en-SG" sz="1100" kern="1200" dirty="0"/>
                <a:t> to function, at least one </a:t>
              </a:r>
              <a:r>
                <a:rPr lang="en-SG" sz="1100" kern="1200" dirty="0" err="1"/>
                <a:t>ZooKeeper</a:t>
              </a:r>
              <a:r>
                <a:rPr lang="en-SG" sz="1100" kern="1200" dirty="0"/>
                <a:t> instance should be up and running.</a:t>
              </a:r>
              <a:endParaRPr lang="en-US" sz="1100" kern="1200" dirty="0"/>
            </a:p>
          </p:txBody>
        </p:sp>
        <p:sp>
          <p:nvSpPr>
            <p:cNvPr id="9" name="Rectangle: Rounded Corners 8">
              <a:extLst>
                <a:ext uri="{FF2B5EF4-FFF2-40B4-BE49-F238E27FC236}">
                  <a16:creationId xmlns:a16="http://schemas.microsoft.com/office/drawing/2014/main" id="{3D8741EF-DAFE-4B19-8394-0B0C99356B57}"/>
                </a:ext>
              </a:extLst>
            </p:cNvPr>
            <p:cNvSpPr/>
            <p:nvPr/>
          </p:nvSpPr>
          <p:spPr>
            <a:xfrm>
              <a:off x="5018352" y="1704752"/>
              <a:ext cx="6513603" cy="976505"/>
            </a:xfrm>
            <a:prstGeom prst="roundRect">
              <a:avLst>
                <a:gd name="adj" fmla="val 10000"/>
              </a:avLst>
            </a:prstGeom>
          </p:spPr>
          <p:style>
            <a:lnRef idx="0">
              <a:schemeClr val="accent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sp>
        <p:sp>
          <p:nvSpPr>
            <p:cNvPr id="11" name="Rectangle 10" descr="Classroom">
              <a:extLst>
                <a:ext uri="{FF2B5EF4-FFF2-40B4-BE49-F238E27FC236}">
                  <a16:creationId xmlns:a16="http://schemas.microsoft.com/office/drawing/2014/main" id="{3AEBAD3A-8152-4FAE-82E3-A52193B6E9B5}"/>
                </a:ext>
              </a:extLst>
            </p:cNvPr>
            <p:cNvSpPr/>
            <p:nvPr/>
          </p:nvSpPr>
          <p:spPr>
            <a:xfrm>
              <a:off x="5313743" y="1924466"/>
              <a:ext cx="537077" cy="537077"/>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MY" dirty="0"/>
            </a:p>
          </p:txBody>
        </p:sp>
        <p:sp>
          <p:nvSpPr>
            <p:cNvPr id="12" name="Freeform: Shape 11">
              <a:extLst>
                <a:ext uri="{FF2B5EF4-FFF2-40B4-BE49-F238E27FC236}">
                  <a16:creationId xmlns:a16="http://schemas.microsoft.com/office/drawing/2014/main" id="{24E7DD42-2339-4824-94A9-C06921DCD2A9}"/>
                </a:ext>
              </a:extLst>
            </p:cNvPr>
            <p:cNvSpPr/>
            <p:nvPr/>
          </p:nvSpPr>
          <p:spPr>
            <a:xfrm>
              <a:off x="6146214" y="1704752"/>
              <a:ext cx="2931121" cy="976505"/>
            </a:xfrm>
            <a:custGeom>
              <a:avLst/>
              <a:gdLst>
                <a:gd name="connsiteX0" fmla="*/ 0 w 2931121"/>
                <a:gd name="connsiteY0" fmla="*/ 0 h 976505"/>
                <a:gd name="connsiteX1" fmla="*/ 2931121 w 2931121"/>
                <a:gd name="connsiteY1" fmla="*/ 0 h 976505"/>
                <a:gd name="connsiteX2" fmla="*/ 2931121 w 2931121"/>
                <a:gd name="connsiteY2" fmla="*/ 976505 h 976505"/>
                <a:gd name="connsiteX3" fmla="*/ 0 w 2931121"/>
                <a:gd name="connsiteY3" fmla="*/ 976505 h 976505"/>
                <a:gd name="connsiteX4" fmla="*/ 0 w 2931121"/>
                <a:gd name="connsiteY4" fmla="*/ 0 h 976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1121" h="976505">
                  <a:moveTo>
                    <a:pt x="0" y="0"/>
                  </a:moveTo>
                  <a:lnTo>
                    <a:pt x="2931121" y="0"/>
                  </a:lnTo>
                  <a:lnTo>
                    <a:pt x="2931121" y="976505"/>
                  </a:lnTo>
                  <a:lnTo>
                    <a:pt x="0" y="97650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3347" tIns="103347" rIns="103347" bIns="103347" numCol="1" spcCol="1270" anchor="ctr" anchorCtr="0">
              <a:noAutofit/>
            </a:bodyPr>
            <a:lstStyle/>
            <a:p>
              <a:pPr marL="0" lvl="0" indent="0" algn="l" defTabSz="844550">
                <a:lnSpc>
                  <a:spcPct val="90000"/>
                </a:lnSpc>
                <a:spcBef>
                  <a:spcPct val="0"/>
                </a:spcBef>
                <a:spcAft>
                  <a:spcPct val="35000"/>
                </a:spcAft>
                <a:buNone/>
              </a:pPr>
              <a:r>
                <a:rPr lang="en-SG" sz="1900" i="1" kern="1200" dirty="0"/>
                <a:t>Apache </a:t>
              </a:r>
              <a:r>
                <a:rPr lang="en-SG" sz="1900" i="1" kern="1200" dirty="0" err="1"/>
                <a:t>OpenNLP</a:t>
              </a:r>
              <a:r>
                <a:rPr lang="en-SG" sz="1900" i="1" kern="1200" dirty="0"/>
                <a:t>:</a:t>
              </a:r>
              <a:r>
                <a:rPr lang="en-SG" sz="1900" kern="1200" dirty="0"/>
                <a:t> </a:t>
              </a:r>
              <a:endParaRPr lang="en-US" sz="1900" kern="1200" dirty="0"/>
            </a:p>
          </p:txBody>
        </p:sp>
        <p:sp>
          <p:nvSpPr>
            <p:cNvPr id="13" name="Freeform: Shape 12">
              <a:extLst>
                <a:ext uri="{FF2B5EF4-FFF2-40B4-BE49-F238E27FC236}">
                  <a16:creationId xmlns:a16="http://schemas.microsoft.com/office/drawing/2014/main" id="{ED7176D5-C857-40AF-8096-995C7AE8ABDE}"/>
                </a:ext>
              </a:extLst>
            </p:cNvPr>
            <p:cNvSpPr/>
            <p:nvPr/>
          </p:nvSpPr>
          <p:spPr>
            <a:xfrm>
              <a:off x="8505789" y="1700807"/>
              <a:ext cx="3021838" cy="976505"/>
            </a:xfrm>
            <a:custGeom>
              <a:avLst/>
              <a:gdLst>
                <a:gd name="connsiteX0" fmla="*/ 0 w 3021838"/>
                <a:gd name="connsiteY0" fmla="*/ 0 h 976505"/>
                <a:gd name="connsiteX1" fmla="*/ 3021838 w 3021838"/>
                <a:gd name="connsiteY1" fmla="*/ 0 h 976505"/>
                <a:gd name="connsiteX2" fmla="*/ 3021838 w 3021838"/>
                <a:gd name="connsiteY2" fmla="*/ 976505 h 976505"/>
                <a:gd name="connsiteX3" fmla="*/ 0 w 3021838"/>
                <a:gd name="connsiteY3" fmla="*/ 976505 h 976505"/>
                <a:gd name="connsiteX4" fmla="*/ 0 w 3021838"/>
                <a:gd name="connsiteY4" fmla="*/ 0 h 976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21838" h="976505">
                  <a:moveTo>
                    <a:pt x="0" y="0"/>
                  </a:moveTo>
                  <a:lnTo>
                    <a:pt x="3021838" y="0"/>
                  </a:lnTo>
                  <a:lnTo>
                    <a:pt x="3021838" y="976505"/>
                  </a:lnTo>
                  <a:lnTo>
                    <a:pt x="0" y="97650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3347" tIns="103347" rIns="103347" bIns="103347" numCol="1" spcCol="1270" anchor="ctr" anchorCtr="0">
              <a:noAutofit/>
            </a:bodyPr>
            <a:lstStyle/>
            <a:p>
              <a:pPr marL="0" lvl="0" indent="0" algn="l" defTabSz="488950">
                <a:lnSpc>
                  <a:spcPct val="90000"/>
                </a:lnSpc>
                <a:spcBef>
                  <a:spcPct val="0"/>
                </a:spcBef>
                <a:spcAft>
                  <a:spcPct val="35000"/>
                </a:spcAft>
                <a:buNone/>
              </a:pPr>
              <a:r>
                <a:rPr lang="en-SG" sz="1100" kern="1200" dirty="0"/>
                <a:t>This is a Java library for </a:t>
              </a:r>
              <a:r>
                <a:rPr lang="en-SG" sz="1100" b="1" kern="1200" dirty="0"/>
                <a:t>natural language processing of text</a:t>
              </a:r>
              <a:r>
                <a:rPr lang="en-SG" sz="1100" kern="1200" dirty="0"/>
                <a:t>. It supports tasks to understand and interpret text written in human languages. </a:t>
              </a:r>
              <a:endParaRPr lang="en-US" sz="1100" kern="1200" dirty="0"/>
            </a:p>
          </p:txBody>
        </p:sp>
        <p:sp>
          <p:nvSpPr>
            <p:cNvPr id="14" name="Rectangle: Rounded Corners 13">
              <a:extLst>
                <a:ext uri="{FF2B5EF4-FFF2-40B4-BE49-F238E27FC236}">
                  <a16:creationId xmlns:a16="http://schemas.microsoft.com/office/drawing/2014/main" id="{65D7AC39-6693-4310-9924-657ABD2F161B}"/>
                </a:ext>
              </a:extLst>
            </p:cNvPr>
            <p:cNvSpPr/>
            <p:nvPr/>
          </p:nvSpPr>
          <p:spPr>
            <a:xfrm>
              <a:off x="5018352" y="2925384"/>
              <a:ext cx="6513603" cy="976505"/>
            </a:xfrm>
            <a:prstGeom prst="roundRect">
              <a:avLst>
                <a:gd name="adj" fmla="val 10000"/>
              </a:avLst>
            </a:prstGeom>
          </p:spPr>
          <p:style>
            <a:lnRef idx="0">
              <a:schemeClr val="accent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sp>
        <p:sp>
          <p:nvSpPr>
            <p:cNvPr id="15" name="Rectangle 14" descr="Filter">
              <a:extLst>
                <a:ext uri="{FF2B5EF4-FFF2-40B4-BE49-F238E27FC236}">
                  <a16:creationId xmlns:a16="http://schemas.microsoft.com/office/drawing/2014/main" id="{EC6F2304-DA07-49F0-8E25-2BE4C1827DCE}"/>
                </a:ext>
              </a:extLst>
            </p:cNvPr>
            <p:cNvSpPr/>
            <p:nvPr/>
          </p:nvSpPr>
          <p:spPr>
            <a:xfrm>
              <a:off x="5313743" y="3145098"/>
              <a:ext cx="537077" cy="53707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6" name="Freeform: Shape 15">
              <a:extLst>
                <a:ext uri="{FF2B5EF4-FFF2-40B4-BE49-F238E27FC236}">
                  <a16:creationId xmlns:a16="http://schemas.microsoft.com/office/drawing/2014/main" id="{428C33D8-DEE5-4B2A-93E6-B1CD00C23AB7}"/>
                </a:ext>
              </a:extLst>
            </p:cNvPr>
            <p:cNvSpPr/>
            <p:nvPr/>
          </p:nvSpPr>
          <p:spPr>
            <a:xfrm>
              <a:off x="6146214" y="2925384"/>
              <a:ext cx="2931121" cy="976505"/>
            </a:xfrm>
            <a:custGeom>
              <a:avLst/>
              <a:gdLst>
                <a:gd name="connsiteX0" fmla="*/ 0 w 2931121"/>
                <a:gd name="connsiteY0" fmla="*/ 0 h 976505"/>
                <a:gd name="connsiteX1" fmla="*/ 2931121 w 2931121"/>
                <a:gd name="connsiteY1" fmla="*/ 0 h 976505"/>
                <a:gd name="connsiteX2" fmla="*/ 2931121 w 2931121"/>
                <a:gd name="connsiteY2" fmla="*/ 976505 h 976505"/>
                <a:gd name="connsiteX3" fmla="*/ 0 w 2931121"/>
                <a:gd name="connsiteY3" fmla="*/ 976505 h 976505"/>
                <a:gd name="connsiteX4" fmla="*/ 0 w 2931121"/>
                <a:gd name="connsiteY4" fmla="*/ 0 h 976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1121" h="976505">
                  <a:moveTo>
                    <a:pt x="0" y="0"/>
                  </a:moveTo>
                  <a:lnTo>
                    <a:pt x="2931121" y="0"/>
                  </a:lnTo>
                  <a:lnTo>
                    <a:pt x="2931121" y="976505"/>
                  </a:lnTo>
                  <a:lnTo>
                    <a:pt x="0" y="97650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3347" tIns="103347" rIns="103347" bIns="103347" numCol="1" spcCol="1270" anchor="ctr" anchorCtr="0">
              <a:noAutofit/>
            </a:bodyPr>
            <a:lstStyle/>
            <a:p>
              <a:pPr marL="0" lvl="0" indent="0" algn="l" defTabSz="844550">
                <a:lnSpc>
                  <a:spcPct val="90000"/>
                </a:lnSpc>
                <a:spcBef>
                  <a:spcPct val="0"/>
                </a:spcBef>
                <a:spcAft>
                  <a:spcPct val="35000"/>
                </a:spcAft>
                <a:buNone/>
              </a:pPr>
              <a:r>
                <a:rPr lang="en-SG" sz="1900" i="1" kern="1200"/>
                <a:t>Apache UIMA:</a:t>
              </a:r>
              <a:r>
                <a:rPr lang="en-SG" sz="1900" kern="1200"/>
                <a:t> </a:t>
              </a:r>
              <a:endParaRPr lang="en-US" sz="1900" kern="1200"/>
            </a:p>
          </p:txBody>
        </p:sp>
        <p:sp>
          <p:nvSpPr>
            <p:cNvPr id="17" name="Freeform: Shape 16">
              <a:extLst>
                <a:ext uri="{FF2B5EF4-FFF2-40B4-BE49-F238E27FC236}">
                  <a16:creationId xmlns:a16="http://schemas.microsoft.com/office/drawing/2014/main" id="{F69A8CD5-727F-4116-ADBD-EDF1391CAE54}"/>
                </a:ext>
              </a:extLst>
            </p:cNvPr>
            <p:cNvSpPr/>
            <p:nvPr/>
          </p:nvSpPr>
          <p:spPr>
            <a:xfrm>
              <a:off x="8505789" y="2940744"/>
              <a:ext cx="3016737" cy="976505"/>
            </a:xfrm>
            <a:custGeom>
              <a:avLst/>
              <a:gdLst>
                <a:gd name="connsiteX0" fmla="*/ 0 w 3016737"/>
                <a:gd name="connsiteY0" fmla="*/ 0 h 976505"/>
                <a:gd name="connsiteX1" fmla="*/ 3016737 w 3016737"/>
                <a:gd name="connsiteY1" fmla="*/ 0 h 976505"/>
                <a:gd name="connsiteX2" fmla="*/ 3016737 w 3016737"/>
                <a:gd name="connsiteY2" fmla="*/ 976505 h 976505"/>
                <a:gd name="connsiteX3" fmla="*/ 0 w 3016737"/>
                <a:gd name="connsiteY3" fmla="*/ 976505 h 976505"/>
                <a:gd name="connsiteX4" fmla="*/ 0 w 3016737"/>
                <a:gd name="connsiteY4" fmla="*/ 0 h 976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6737" h="976505">
                  <a:moveTo>
                    <a:pt x="0" y="0"/>
                  </a:moveTo>
                  <a:lnTo>
                    <a:pt x="3016737" y="0"/>
                  </a:lnTo>
                  <a:lnTo>
                    <a:pt x="3016737" y="976505"/>
                  </a:lnTo>
                  <a:lnTo>
                    <a:pt x="0" y="97650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3347" tIns="103347" rIns="103347" bIns="103347" numCol="1" spcCol="1270" anchor="ctr" anchorCtr="0">
              <a:noAutofit/>
            </a:bodyPr>
            <a:lstStyle/>
            <a:p>
              <a:pPr marL="0" lvl="0" indent="0" algn="l" defTabSz="488950">
                <a:lnSpc>
                  <a:spcPct val="90000"/>
                </a:lnSpc>
                <a:spcBef>
                  <a:spcPct val="0"/>
                </a:spcBef>
                <a:spcAft>
                  <a:spcPct val="35000"/>
                </a:spcAft>
                <a:buNone/>
              </a:pPr>
              <a:r>
                <a:rPr lang="en-SG" sz="1100" kern="1200" dirty="0"/>
                <a:t>If your data is unstructured, the Solr UIMA </a:t>
              </a:r>
              <a:r>
                <a:rPr lang="en-SG" sz="1100" kern="1200" dirty="0" err="1"/>
                <a:t>contrib</a:t>
              </a:r>
              <a:r>
                <a:rPr lang="en-SG" sz="1100" kern="1200" dirty="0"/>
                <a:t> module can be used </a:t>
              </a:r>
              <a:r>
                <a:rPr lang="en-SG" sz="1100" b="1" kern="1200" dirty="0"/>
                <a:t>to give structure to the data</a:t>
              </a:r>
              <a:r>
                <a:rPr lang="en-SG" sz="1100" kern="1200" dirty="0"/>
                <a:t>. UIMA allows us to </a:t>
              </a:r>
              <a:r>
                <a:rPr lang="en-SG" sz="1100" b="1" kern="1200" dirty="0"/>
                <a:t>define a custom pipeline for </a:t>
              </a:r>
              <a:r>
                <a:rPr lang="en-SG" sz="1100" b="1" kern="1200" dirty="0" err="1"/>
                <a:t>analyzing</a:t>
              </a:r>
              <a:r>
                <a:rPr lang="en-SG" sz="1100" b="1" kern="1200" dirty="0"/>
                <a:t> a large volume of unstructured text and annotating the extracted metadata</a:t>
              </a:r>
              <a:r>
                <a:rPr lang="en-SG" sz="1100" kern="1200" dirty="0"/>
                <a:t>, which can be added to Solr fields.</a:t>
              </a:r>
              <a:endParaRPr lang="en-US" sz="1100" kern="1200" dirty="0"/>
            </a:p>
          </p:txBody>
        </p:sp>
        <p:sp>
          <p:nvSpPr>
            <p:cNvPr id="18" name="Rectangle: Rounded Corners 17">
              <a:extLst>
                <a:ext uri="{FF2B5EF4-FFF2-40B4-BE49-F238E27FC236}">
                  <a16:creationId xmlns:a16="http://schemas.microsoft.com/office/drawing/2014/main" id="{3805FF29-C353-4251-B824-1837D955DE4A}"/>
                </a:ext>
              </a:extLst>
            </p:cNvPr>
            <p:cNvSpPr/>
            <p:nvPr/>
          </p:nvSpPr>
          <p:spPr>
            <a:xfrm>
              <a:off x="5018352" y="4146015"/>
              <a:ext cx="6513603" cy="976505"/>
            </a:xfrm>
            <a:prstGeom prst="roundRect">
              <a:avLst>
                <a:gd name="adj" fmla="val 10000"/>
              </a:avLst>
            </a:prstGeom>
          </p:spPr>
          <p:style>
            <a:lnRef idx="0">
              <a:schemeClr val="accent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sp>
        <p:sp>
          <p:nvSpPr>
            <p:cNvPr id="19" name="Rectangle 18" descr="Flowchart">
              <a:extLst>
                <a:ext uri="{FF2B5EF4-FFF2-40B4-BE49-F238E27FC236}">
                  <a16:creationId xmlns:a16="http://schemas.microsoft.com/office/drawing/2014/main" id="{1F490946-5EDE-4D0C-B8AB-7CEEF598FA67}"/>
                </a:ext>
              </a:extLst>
            </p:cNvPr>
            <p:cNvSpPr/>
            <p:nvPr/>
          </p:nvSpPr>
          <p:spPr>
            <a:xfrm>
              <a:off x="5313743" y="4365729"/>
              <a:ext cx="537077" cy="537077"/>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20" name="Freeform: Shape 19">
              <a:extLst>
                <a:ext uri="{FF2B5EF4-FFF2-40B4-BE49-F238E27FC236}">
                  <a16:creationId xmlns:a16="http://schemas.microsoft.com/office/drawing/2014/main" id="{93F33CD2-71A9-491A-ABDD-875C80ACF36E}"/>
                </a:ext>
              </a:extLst>
            </p:cNvPr>
            <p:cNvSpPr/>
            <p:nvPr/>
          </p:nvSpPr>
          <p:spPr>
            <a:xfrm>
              <a:off x="6146214" y="4146015"/>
              <a:ext cx="2931121" cy="976505"/>
            </a:xfrm>
            <a:custGeom>
              <a:avLst/>
              <a:gdLst>
                <a:gd name="connsiteX0" fmla="*/ 0 w 2931121"/>
                <a:gd name="connsiteY0" fmla="*/ 0 h 976505"/>
                <a:gd name="connsiteX1" fmla="*/ 2931121 w 2931121"/>
                <a:gd name="connsiteY1" fmla="*/ 0 h 976505"/>
                <a:gd name="connsiteX2" fmla="*/ 2931121 w 2931121"/>
                <a:gd name="connsiteY2" fmla="*/ 976505 h 976505"/>
                <a:gd name="connsiteX3" fmla="*/ 0 w 2931121"/>
                <a:gd name="connsiteY3" fmla="*/ 976505 h 976505"/>
                <a:gd name="connsiteX4" fmla="*/ 0 w 2931121"/>
                <a:gd name="connsiteY4" fmla="*/ 0 h 976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1121" h="976505">
                  <a:moveTo>
                    <a:pt x="0" y="0"/>
                  </a:moveTo>
                  <a:lnTo>
                    <a:pt x="2931121" y="0"/>
                  </a:lnTo>
                  <a:lnTo>
                    <a:pt x="2931121" y="976505"/>
                  </a:lnTo>
                  <a:lnTo>
                    <a:pt x="0" y="97650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3347" tIns="103347" rIns="103347" bIns="103347" numCol="1" spcCol="1270" anchor="ctr" anchorCtr="0">
              <a:noAutofit/>
            </a:bodyPr>
            <a:lstStyle/>
            <a:p>
              <a:pPr marL="0" lvl="0" indent="0" algn="l" defTabSz="844550">
                <a:lnSpc>
                  <a:spcPct val="90000"/>
                </a:lnSpc>
                <a:spcBef>
                  <a:spcPct val="0"/>
                </a:spcBef>
                <a:spcAft>
                  <a:spcPct val="35000"/>
                </a:spcAft>
                <a:buNone/>
              </a:pPr>
              <a:r>
                <a:rPr lang="en-SG" sz="1900" i="1" kern="1200"/>
                <a:t>Carrot clustering:</a:t>
              </a:r>
              <a:r>
                <a:rPr lang="en-SG" sz="1900" kern="1200"/>
                <a:t> </a:t>
              </a:r>
              <a:endParaRPr lang="en-US" sz="1900" kern="1200"/>
            </a:p>
          </p:txBody>
        </p:sp>
        <p:sp>
          <p:nvSpPr>
            <p:cNvPr id="21" name="Freeform: Shape 20">
              <a:extLst>
                <a:ext uri="{FF2B5EF4-FFF2-40B4-BE49-F238E27FC236}">
                  <a16:creationId xmlns:a16="http://schemas.microsoft.com/office/drawing/2014/main" id="{4A5A85AF-0F40-4D1F-B0C4-6FEBBAF7C54E}"/>
                </a:ext>
              </a:extLst>
            </p:cNvPr>
            <p:cNvSpPr/>
            <p:nvPr/>
          </p:nvSpPr>
          <p:spPr>
            <a:xfrm>
              <a:off x="8577792" y="4149082"/>
              <a:ext cx="3016737" cy="976505"/>
            </a:xfrm>
            <a:custGeom>
              <a:avLst/>
              <a:gdLst>
                <a:gd name="connsiteX0" fmla="*/ 0 w 3016737"/>
                <a:gd name="connsiteY0" fmla="*/ 0 h 976505"/>
                <a:gd name="connsiteX1" fmla="*/ 3016737 w 3016737"/>
                <a:gd name="connsiteY1" fmla="*/ 0 h 976505"/>
                <a:gd name="connsiteX2" fmla="*/ 3016737 w 3016737"/>
                <a:gd name="connsiteY2" fmla="*/ 976505 h 976505"/>
                <a:gd name="connsiteX3" fmla="*/ 0 w 3016737"/>
                <a:gd name="connsiteY3" fmla="*/ 976505 h 976505"/>
                <a:gd name="connsiteX4" fmla="*/ 0 w 3016737"/>
                <a:gd name="connsiteY4" fmla="*/ 0 h 976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6737" h="976505">
                  <a:moveTo>
                    <a:pt x="0" y="0"/>
                  </a:moveTo>
                  <a:lnTo>
                    <a:pt x="3016737" y="0"/>
                  </a:lnTo>
                  <a:lnTo>
                    <a:pt x="3016737" y="976505"/>
                  </a:lnTo>
                  <a:lnTo>
                    <a:pt x="0" y="97650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3347" tIns="103347" rIns="103347" bIns="103347" numCol="1" spcCol="1270" anchor="ctr" anchorCtr="0">
              <a:noAutofit/>
            </a:bodyPr>
            <a:lstStyle/>
            <a:p>
              <a:pPr marL="0" lvl="0" indent="0" algn="l" defTabSz="488950">
                <a:lnSpc>
                  <a:spcPct val="90000"/>
                </a:lnSpc>
                <a:spcBef>
                  <a:spcPct val="0"/>
                </a:spcBef>
                <a:spcAft>
                  <a:spcPct val="35000"/>
                </a:spcAft>
                <a:buNone/>
              </a:pPr>
              <a:r>
                <a:rPr lang="en-SG" sz="1100" kern="1200" dirty="0"/>
                <a:t>You can </a:t>
              </a:r>
              <a:r>
                <a:rPr lang="en-SG" sz="1100" b="1" kern="1200" dirty="0"/>
                <a:t>cluster your similar or semantically related search results together </a:t>
              </a:r>
              <a:r>
                <a:rPr lang="en-SG" sz="1100" kern="1200" dirty="0"/>
                <a:t>by using Carrot2, and you can do so with just a few changes in your XML configuration.</a:t>
              </a:r>
              <a:endParaRPr lang="en-US" sz="1100" kern="1200" dirty="0"/>
            </a:p>
          </p:txBody>
        </p:sp>
        <p:sp>
          <p:nvSpPr>
            <p:cNvPr id="22" name="Rectangle: Rounded Corners 21">
              <a:extLst>
                <a:ext uri="{FF2B5EF4-FFF2-40B4-BE49-F238E27FC236}">
                  <a16:creationId xmlns:a16="http://schemas.microsoft.com/office/drawing/2014/main" id="{2F9F14ED-D970-4B1F-A90E-DA59C263186B}"/>
                </a:ext>
              </a:extLst>
            </p:cNvPr>
            <p:cNvSpPr/>
            <p:nvPr/>
          </p:nvSpPr>
          <p:spPr>
            <a:xfrm>
              <a:off x="5018352" y="5366647"/>
              <a:ext cx="6513603" cy="976505"/>
            </a:xfrm>
            <a:prstGeom prst="roundRect">
              <a:avLst>
                <a:gd name="adj" fmla="val 10000"/>
              </a:avLst>
            </a:prstGeom>
          </p:spPr>
          <p:style>
            <a:lnRef idx="0">
              <a:schemeClr val="accent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sp>
        <p:sp>
          <p:nvSpPr>
            <p:cNvPr id="23" name="Rectangle 22" descr="Open Folder">
              <a:extLst>
                <a:ext uri="{FF2B5EF4-FFF2-40B4-BE49-F238E27FC236}">
                  <a16:creationId xmlns:a16="http://schemas.microsoft.com/office/drawing/2014/main" id="{5EB91EEC-5A10-4CB2-B0CD-32F959D7F3A6}"/>
                </a:ext>
              </a:extLst>
            </p:cNvPr>
            <p:cNvSpPr/>
            <p:nvPr/>
          </p:nvSpPr>
          <p:spPr>
            <a:xfrm>
              <a:off x="5313743" y="5586361"/>
              <a:ext cx="537077" cy="537077"/>
            </a:xfrm>
            <a:prstGeom prst="rect">
              <a:avLst/>
            </a:prstGeom>
            <a: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24" name="Freeform: Shape 23">
              <a:extLst>
                <a:ext uri="{FF2B5EF4-FFF2-40B4-BE49-F238E27FC236}">
                  <a16:creationId xmlns:a16="http://schemas.microsoft.com/office/drawing/2014/main" id="{1680A4C0-F363-4005-9416-13CBA0051EA3}"/>
                </a:ext>
              </a:extLst>
            </p:cNvPr>
            <p:cNvSpPr/>
            <p:nvPr/>
          </p:nvSpPr>
          <p:spPr>
            <a:xfrm>
              <a:off x="6146214" y="5366647"/>
              <a:ext cx="2931121" cy="976505"/>
            </a:xfrm>
            <a:custGeom>
              <a:avLst/>
              <a:gdLst>
                <a:gd name="connsiteX0" fmla="*/ 0 w 2931121"/>
                <a:gd name="connsiteY0" fmla="*/ 0 h 976505"/>
                <a:gd name="connsiteX1" fmla="*/ 2931121 w 2931121"/>
                <a:gd name="connsiteY1" fmla="*/ 0 h 976505"/>
                <a:gd name="connsiteX2" fmla="*/ 2931121 w 2931121"/>
                <a:gd name="connsiteY2" fmla="*/ 976505 h 976505"/>
                <a:gd name="connsiteX3" fmla="*/ 0 w 2931121"/>
                <a:gd name="connsiteY3" fmla="*/ 976505 h 976505"/>
                <a:gd name="connsiteX4" fmla="*/ 0 w 2931121"/>
                <a:gd name="connsiteY4" fmla="*/ 0 h 976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1121" h="976505">
                  <a:moveTo>
                    <a:pt x="0" y="0"/>
                  </a:moveTo>
                  <a:lnTo>
                    <a:pt x="2931121" y="0"/>
                  </a:lnTo>
                  <a:lnTo>
                    <a:pt x="2931121" y="976505"/>
                  </a:lnTo>
                  <a:lnTo>
                    <a:pt x="0" y="97650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3347" tIns="103347" rIns="103347" bIns="103347" numCol="1" spcCol="1270" anchor="ctr" anchorCtr="0">
              <a:noAutofit/>
            </a:bodyPr>
            <a:lstStyle/>
            <a:p>
              <a:pPr marL="0" lvl="0" indent="0" algn="l" defTabSz="844550">
                <a:lnSpc>
                  <a:spcPct val="90000"/>
                </a:lnSpc>
                <a:spcBef>
                  <a:spcPct val="0"/>
                </a:spcBef>
                <a:spcAft>
                  <a:spcPct val="35000"/>
                </a:spcAft>
                <a:buNone/>
              </a:pPr>
              <a:r>
                <a:rPr lang="en-SG" sz="1900" i="1" kern="1200"/>
                <a:t>Apache Tika:</a:t>
              </a:r>
              <a:r>
                <a:rPr lang="en-SG" sz="1900" kern="1200"/>
                <a:t> </a:t>
              </a:r>
              <a:endParaRPr lang="en-US" sz="1900" kern="1200"/>
            </a:p>
          </p:txBody>
        </p:sp>
        <p:sp>
          <p:nvSpPr>
            <p:cNvPr id="25" name="Freeform: Shape 24">
              <a:extLst>
                <a:ext uri="{FF2B5EF4-FFF2-40B4-BE49-F238E27FC236}">
                  <a16:creationId xmlns:a16="http://schemas.microsoft.com/office/drawing/2014/main" id="{2869CAE5-08EE-42E9-B932-2066282F5100}"/>
                </a:ext>
              </a:extLst>
            </p:cNvPr>
            <p:cNvSpPr/>
            <p:nvPr/>
          </p:nvSpPr>
          <p:spPr>
            <a:xfrm>
              <a:off x="8361771" y="5379844"/>
              <a:ext cx="3160620" cy="976505"/>
            </a:xfrm>
            <a:custGeom>
              <a:avLst/>
              <a:gdLst>
                <a:gd name="connsiteX0" fmla="*/ 0 w 3160620"/>
                <a:gd name="connsiteY0" fmla="*/ 0 h 976505"/>
                <a:gd name="connsiteX1" fmla="*/ 3160620 w 3160620"/>
                <a:gd name="connsiteY1" fmla="*/ 0 h 976505"/>
                <a:gd name="connsiteX2" fmla="*/ 3160620 w 3160620"/>
                <a:gd name="connsiteY2" fmla="*/ 976505 h 976505"/>
                <a:gd name="connsiteX3" fmla="*/ 0 w 3160620"/>
                <a:gd name="connsiteY3" fmla="*/ 976505 h 976505"/>
                <a:gd name="connsiteX4" fmla="*/ 0 w 3160620"/>
                <a:gd name="connsiteY4" fmla="*/ 0 h 976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0620" h="976505">
                  <a:moveTo>
                    <a:pt x="0" y="0"/>
                  </a:moveTo>
                  <a:lnTo>
                    <a:pt x="3160620" y="0"/>
                  </a:lnTo>
                  <a:lnTo>
                    <a:pt x="3160620" y="976505"/>
                  </a:lnTo>
                  <a:lnTo>
                    <a:pt x="0" y="97650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3347" tIns="103347" rIns="103347" bIns="103347" numCol="1" spcCol="1270" anchor="ctr" anchorCtr="0">
              <a:noAutofit/>
            </a:bodyPr>
            <a:lstStyle/>
            <a:p>
              <a:pPr marL="0" lvl="0" indent="0" algn="l" defTabSz="488950">
                <a:lnSpc>
                  <a:spcPct val="90000"/>
                </a:lnSpc>
                <a:spcBef>
                  <a:spcPct val="0"/>
                </a:spcBef>
                <a:spcAft>
                  <a:spcPct val="35000"/>
                </a:spcAft>
                <a:buNone/>
              </a:pPr>
              <a:r>
                <a:rPr lang="en-SG" sz="1100" kern="1200" dirty="0"/>
                <a:t>This toolkit provides a </a:t>
              </a:r>
              <a:r>
                <a:rPr lang="en-SG" sz="1100" b="1" kern="1200" dirty="0"/>
                <a:t>framework for parsing and extracting contents and metadata from files in many different formats</a:t>
              </a:r>
              <a:r>
                <a:rPr lang="en-SG" sz="1100" kern="1200" dirty="0"/>
                <a:t> such as Word, PPT and PDF. Solr provides a Solr Cell framework which uses this toolkit for indexing contents and metadata from such files.</a:t>
              </a:r>
              <a:endParaRPr lang="en-US" sz="1100" kern="1200" dirty="0"/>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249</TotalTime>
  <Words>2351</Words>
  <Application>Microsoft Office PowerPoint</Application>
  <PresentationFormat>Widescreen</PresentationFormat>
  <Paragraphs>194</Paragraphs>
  <Slides>27</Slides>
  <Notes>1</Notes>
  <HiddenSlides>0</HiddenSlides>
  <MMClips>4</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Helvetica Neue Medium</vt:lpstr>
      <vt:lpstr>Office Theme</vt:lpstr>
      <vt:lpstr>DSC650: Data Technology and Future Emergence Lecture 6 : Searching &amp; Indexing Big Data </vt:lpstr>
      <vt:lpstr>Lecture 6: Searching &amp; Indexing Big Data   Full Text Indexing and Searching Indexing with Lucene Distributed Searching with Elastic Search </vt:lpstr>
      <vt:lpstr>Search</vt:lpstr>
      <vt:lpstr>How Search Works</vt:lpstr>
      <vt:lpstr>Search Engines</vt:lpstr>
      <vt:lpstr>Search Engines categories</vt:lpstr>
      <vt:lpstr>Search Engines</vt:lpstr>
      <vt:lpstr>Solr and Lucene</vt:lpstr>
      <vt:lpstr>Architecture and main components of standard search engine model. </vt:lpstr>
      <vt:lpstr>History - Solr and Lucene</vt:lpstr>
      <vt:lpstr>Lucene vs Solr</vt:lpstr>
      <vt:lpstr>Introducing Apache Solr</vt:lpstr>
      <vt:lpstr>Apache Solr</vt:lpstr>
      <vt:lpstr>Major Building Block/Components</vt:lpstr>
      <vt:lpstr>Lucence Major Building Block/Components</vt:lpstr>
      <vt:lpstr>Information Retrieval Component &amp; Process</vt:lpstr>
      <vt:lpstr>Information Retrieval Component &amp; Process: Solr Indexing Process </vt:lpstr>
      <vt:lpstr>Information Retrieval Component &amp; Process: Context extraction</vt:lpstr>
      <vt:lpstr>Information Retrieval Component &amp; Process: Text Processing </vt:lpstr>
      <vt:lpstr>Information Retrieval Component &amp; Process: Text Processing </vt:lpstr>
      <vt:lpstr>Information Retrieval Component &amp; Process: Text Processing </vt:lpstr>
      <vt:lpstr>Information Retrieval Component &amp; Process: Solr Indexing Process </vt:lpstr>
      <vt:lpstr>Information Retrieval Component &amp; Process:  Inverted Index</vt:lpstr>
      <vt:lpstr>Information Retrieval Component &amp; Process:  Retrieval Models</vt:lpstr>
      <vt:lpstr>ElasticSearch</vt:lpstr>
      <vt:lpstr>What is Elasticsearch?</vt:lpstr>
      <vt:lpstr>Related Technologies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DSC650: Data Technology and Future Emergence</dc:title>
  <dc:creator>KHAIRUL ANWAR SEDEK</dc:creator>
  <cp:lastModifiedBy>KHAIRUL ANWAR SEDEK</cp:lastModifiedBy>
  <cp:revision>14</cp:revision>
  <dcterms:created xsi:type="dcterms:W3CDTF">2020-12-16T01:25:01Z</dcterms:created>
  <dcterms:modified xsi:type="dcterms:W3CDTF">2022-06-27T08:23:32Z</dcterms:modified>
</cp:coreProperties>
</file>